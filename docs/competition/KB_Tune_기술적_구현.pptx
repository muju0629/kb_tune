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05fe1266784439" /><Relationship Type="http://schemas.openxmlformats.org/officeDocument/2006/relationships/extended-properties" Target="/docProps/app.xml" Id="Rc1d63be3ec8f43be" /><Relationship Type="http://schemas.openxmlformats.org/officeDocument/2006/relationships/officeDocument" Target="/ppt/presentation.xml" Id="Rc2d517f82bfa4d3f" /></Relationships>
</file>

<file path=ppt/presentation.xml><?xml version="1.0" encoding="utf-8"?>
<p:presentation xmlns:p="http://schemas.openxmlformats.org/presentationml/2006/main">
  <p:sldMasterIdLst>
    <p:sldMasterId xmlns:r="http://schemas.openxmlformats.org/officeDocument/2006/relationships" id="2147483648" r:id="R6e98588dae9e423f"/>
  </p:sldMasterIdLst>
  <p:notesMasterIdLst>
    <p:notesMasterId xmlns:r="http://schemas.openxmlformats.org/officeDocument/2006/relationships" r:id="R6691fca70e894d6a"/>
  </p:notesMasterIdLst>
  <p:sldIdLst>
    <p:sldId xmlns:r="http://schemas.openxmlformats.org/officeDocument/2006/relationships" id="256" r:id="R2518872d156542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515ef0c6964d55" /><Relationship Type="http://schemas.openxmlformats.org/officeDocument/2006/relationships/slideMaster" Target="/ppt/slideMasters/slideMaster1.xml" Id="R6e98588dae9e423f" /><Relationship Type="http://schemas.openxmlformats.org/officeDocument/2006/relationships/notesMaster" Target="/ppt/notesMasters/notesMaster1.xml" Id="R6691fca70e894d6a" /><Relationship Type="http://schemas.openxmlformats.org/officeDocument/2006/relationships/presProps" Target="/ppt/presProps.xml" Id="Rabb064e0d5664755" /><Relationship Type="http://schemas.openxmlformats.org/officeDocument/2006/relationships/tableStyles" Target="/ppt/tableStyles.xml" Id="R5e14a58ae3f84f5f" /><Relationship Type="http://schemas.openxmlformats.org/officeDocument/2006/relationships/slide" Target="/ppt/slides/slide1.xml" Id="R2518872d156542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fe3e0feebb46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92020c19434104" /><Relationship Type="http://schemas.openxmlformats.org/officeDocument/2006/relationships/notesMaster" Target="/ppt/notesMasters/notesMaster1.xml" Id="R8cfe3b966a3144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/Users/muju/Desktop/KB_Tune/README.md</a:t>
            </a:r>
          </a:p>
          <a:p xmlns:a="http://schemas.openxmlformats.org/drawingml/2006/main">
            <a:r>
              <a:t>- /Users/muju/Desktop/KB_Tune/backend/README.md</a:t>
            </a:r>
          </a:p>
          <a:p xmlns:a="http://schemas.openxmlformats.org/drawingml/2006/main">
            <a:r>
              <a:t>- /Users/muju/Desktop/KB_Tune/docs/security.md</a:t>
            </a:r>
          </a:p>
          <a:p xmlns:a="http://schemas.openxmlformats.org/drawingml/2006/main">
            <a:r>
              <a:t>- /Users/muju/Desktop/KB_Tune/KB_Tune/AgentService.swift</a:t>
            </a:r>
          </a:p>
          <a:p xmlns:a="http://schemas.openxmlformats.org/drawingml/2006/main">
            <a:r>
              <a:t>- /Users/muju/Desktop/KB_Tune/KB_Tune/ImageStore.swift</a:t>
            </a:r>
          </a:p>
          <a:p xmlns:a="http://schemas.openxmlformats.org/drawingml/2006/main">
            <a:r>
              <a:t>- /Users/muju/Desktop/KB_Tune/backend/app/config.py</a:t>
            </a:r>
          </a:p>
          <a:p xmlns:a="http://schemas.openxmlformats.org/drawingml/2006/main">
            <a:r>
              <a:t>- /Users/muju/Desktop/KB_Tune/backend/app/main.py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dbc6691e294d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2aab3bf85b4796" /><Relationship Type="http://schemas.openxmlformats.org/officeDocument/2006/relationships/slideLayout" Target="/ppt/slideLayouts/slideLayout1.xml" Id="R81158ff171ea4f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158ff171ea4f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29350cf54e4035" /><Relationship Type="http://schemas.openxmlformats.org/officeDocument/2006/relationships/notesSlide" Target="/ppt/notesSlides/notesSlide1.xml" Id="R7882089b9319472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0" name="section-title">
            <a:extLst xmlns:a="http://schemas.openxmlformats.org/drawingml/2006/main">
              <a:ext uri="{FF2B5EF4-FFF2-40B4-BE49-F238E27FC236}">
                <a16:creationId xmlns:a16="http://schemas.microsoft.com/office/drawing/2014/main" id="{CAE32500-B6FC-4ACD-BECD-5D33D2C5A141}"/>
              </a:ext>
            </a:extLst>
          </p:cNvPr>
          <p:cNvSpPr>
            <a:spLocks xmlns:a="http://schemas.openxmlformats.org/drawingml/2006/main" noGrp="1"/>
          </p:cNvSpPr>
          <p:nvPr/>
        </p:nvSpPr>
        <p:spPr>
          <a:xfrm xmlns:a="http://schemas.openxmlformats.org/drawingml/2006/main">
            <a:off x="400050" y="2667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3F8A55"/>
                </a:solidFill>
                <a:latin typeface="Apple SD Gothic Neo"/>
                <a:ea typeface="Apple SD Gothic Neo"/>
                <a:cs typeface="Apple SD Gothic Neo"/>
              </a:defRPr>
            </a:pPr>
            <a:r>
              <a:rPr sz="1425" b="1">
                <a:solidFill>
                  <a:srgbClr val="3F8A55"/>
                </a:solidFill>
                <a:latin typeface="Apple SD Gothic Neo"/>
                <a:ea typeface="Apple SD Gothic Neo"/>
                <a:cs typeface="Apple SD Gothic Neo"/>
              </a:rPr>
              <a:t>실현 가능성 · 기술적 구현</a:t>
            </a:r>
          </a:p>
        </p:txBody>
      </p:sp>
      <p:sp>
        <p:nvSpPr>
          <p:cNvPr id="2" name="yellow-underline">
            <a:extLst xmlns:a="http://schemas.openxmlformats.org/drawingml/2006/main">
              <a:ext uri="{FF2B5EF4-FFF2-40B4-BE49-F238E27FC236}">
                <a16:creationId xmlns:a16="http://schemas.microsoft.com/office/drawing/2014/main" id="{09E4F7B0-6E77-4180-A981-7E919F6650C5}"/>
              </a:ext>
            </a:extLst>
          </p:cNvPr>
          <p:cNvSpPr>
            <a:spLocks xmlns:a="http://schemas.openxmlformats.org/drawingml/2006/main" noGrp="1"/>
          </p:cNvSpPr>
          <p:nvPr/>
        </p:nvSpPr>
        <p:spPr>
          <a:xfrm xmlns:a="http://schemas.openxmlformats.org/drawingml/2006/main">
            <a:off x="400050" y="609600"/>
            <a:ext cx="1181100" cy="0"/>
          </a:xfrm>
          <a:prstGeom xmlns:a="http://schemas.openxmlformats.org/drawingml/2006/main" prst="line">
            <a:avLst/>
          </a:prstGeom>
          <a:noFill xmlns:a="http://schemas.openxmlformats.org/drawingml/2006/main"/>
          <a:ln xmlns:a="http://schemas.openxmlformats.org/drawingml/2006/main" w="47625">
            <a:solidFill>
              <a:srgbClr val="FFCC00"/>
            </a:solidFill>
            <a:prstDash val="solid"/>
          </a:ln>
        </p:spPr>
      </p:sp>
      <p:sp>
        <p:nvSpPr>
          <p:cNvPr id="3" name="left-title-1">
            <a:extLst xmlns:a="http://schemas.openxmlformats.org/drawingml/2006/main">
              <a:ext uri="{FF2B5EF4-FFF2-40B4-BE49-F238E27FC236}">
                <a16:creationId xmlns:a16="http://schemas.microsoft.com/office/drawing/2014/main" id="{6F89A47A-41C2-4A0F-97F6-B0BB9C0F223D}"/>
              </a:ext>
            </a:extLst>
          </p:cNvPr>
          <p:cNvSpPr>
            <a:spLocks xmlns:a="http://schemas.openxmlformats.org/drawingml/2006/main" noGrp="1"/>
          </p:cNvSpPr>
          <p:nvPr/>
        </p:nvSpPr>
        <p:spPr>
          <a:xfrm xmlns:a="http://schemas.openxmlformats.org/drawingml/2006/main">
            <a:off x="400050" y="8763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5241F"/>
                </a:solidFill>
                <a:latin typeface="Apple SD Gothic Neo"/>
                <a:ea typeface="Apple SD Gothic Neo"/>
                <a:cs typeface="Apple SD Gothic Neo"/>
              </a:defRPr>
            </a:pPr>
            <a:r>
              <a:rPr sz="1275" b="1">
                <a:solidFill>
                  <a:srgbClr val="25241F"/>
                </a:solidFill>
                <a:latin typeface="Apple SD Gothic Neo"/>
                <a:ea typeface="Apple SD Gothic Neo"/>
                <a:cs typeface="Apple SD Gothic Neo"/>
              </a:rPr>
              <a:t>1) 접지된 AI — 숫자는 엔진이, 문장은 LLM이</a:t>
            </a:r>
          </a:p>
        </p:txBody>
      </p:sp>
      <p:sp>
        <p:nvSpPr>
          <p:cNvPr id="4" name="left-body-1">
            <a:extLst xmlns:a="http://schemas.openxmlformats.org/drawingml/2006/main">
              <a:ext uri="{FF2B5EF4-FFF2-40B4-BE49-F238E27FC236}">
                <a16:creationId xmlns:a16="http://schemas.microsoft.com/office/drawing/2014/main" id="{CBDA312C-C5DA-4099-8B4A-BC693E0D641D}"/>
              </a:ext>
            </a:extLst>
          </p:cNvPr>
          <p:cNvSpPr>
            <a:spLocks xmlns:a="http://schemas.openxmlformats.org/drawingml/2006/main" noGrp="1"/>
          </p:cNvSpPr>
          <p:nvPr/>
        </p:nvSpPr>
        <p:spPr>
          <a:xfrm xmlns:a="http://schemas.openxmlformats.org/drawingml/2006/main">
            <a:off x="400050" y="1276350"/>
            <a:ext cx="37147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a:solidFill>
                  <a:srgbClr val="25241F"/>
                </a:solidFill>
                <a:latin typeface="Apple SD Gothic Neo"/>
                <a:ea typeface="Apple SD Gothic Neo"/>
                <a:cs typeface="Apple SD Gothic Neo"/>
              </a:defRPr>
            </a:pPr>
            <a:r>
              <a:rPr sz="1163" b="0">
                <a:solidFill>
                  <a:srgbClr val="25241F"/>
                </a:solidFill>
                <a:latin typeface="Apple SD Gothic Neo"/>
                <a:ea typeface="Apple SD Gothic Neo"/>
                <a:cs typeface="Apple SD Gothic Neo"/>
              </a:rPr>
              <a:t>주간 예산·목표 달성 확률·카드 청구액은 결정론 엔진이 계산합니다. LLM은 그 결과를 설명할 뿐 숫자를 만들지 않습니다. 응답에 엔진이 내지 않은 숫자가 섞이면 groundedness 검증이 걸러냅니다. 같은 엔진을 iOS에도 포팅해, 서버가 없어도 같은 값이 나옵니다.</a:t>
            </a:r>
          </a:p>
        </p:txBody>
      </p:sp>
      <p:sp>
        <p:nvSpPr>
          <p:cNvPr id="5" name="left-rule-1">
            <a:extLst xmlns:a="http://schemas.openxmlformats.org/drawingml/2006/main">
              <a:ext uri="{FF2B5EF4-FFF2-40B4-BE49-F238E27FC236}">
                <a16:creationId xmlns:a16="http://schemas.microsoft.com/office/drawing/2014/main" id="{0E44DF4D-3025-44FD-ACF0-64B5AF087D41}"/>
              </a:ext>
            </a:extLst>
          </p:cNvPr>
          <p:cNvSpPr>
            <a:spLocks xmlns:a="http://schemas.openxmlformats.org/drawingml/2006/main" noGrp="1"/>
          </p:cNvSpPr>
          <p:nvPr/>
        </p:nvSpPr>
        <p:spPr>
          <a:xfrm xmlns:a="http://schemas.openxmlformats.org/drawingml/2006/main">
            <a:off x="400050" y="2476500"/>
            <a:ext cx="3714750" cy="0"/>
          </a:xfrm>
          <a:prstGeom xmlns:a="http://schemas.openxmlformats.org/drawingml/2006/main" prst="line">
            <a:avLst/>
          </a:prstGeom>
          <a:noFill xmlns:a="http://schemas.openxmlformats.org/drawingml/2006/main"/>
          <a:ln xmlns:a="http://schemas.openxmlformats.org/drawingml/2006/main" w="9525">
            <a:solidFill>
              <a:srgbClr val="E6E2D8"/>
            </a:solidFill>
            <a:prstDash val="solid"/>
          </a:ln>
        </p:spPr>
      </p:sp>
      <p:sp>
        <p:nvSpPr>
          <p:cNvPr id="6" name="left-title-2">
            <a:extLst xmlns:a="http://schemas.openxmlformats.org/drawingml/2006/main">
              <a:ext uri="{FF2B5EF4-FFF2-40B4-BE49-F238E27FC236}">
                <a16:creationId xmlns:a16="http://schemas.microsoft.com/office/drawing/2014/main" id="{F7F60586-2ABC-466E-B2D9-4613C9507C46}"/>
              </a:ext>
            </a:extLst>
          </p:cNvPr>
          <p:cNvSpPr>
            <a:spLocks xmlns:a="http://schemas.openxmlformats.org/drawingml/2006/main" noGrp="1"/>
          </p:cNvSpPr>
          <p:nvPr/>
        </p:nvSpPr>
        <p:spPr>
          <a:xfrm xmlns:a="http://schemas.openxmlformats.org/drawingml/2006/main">
            <a:off x="400050" y="25717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5241F"/>
                </a:solidFill>
                <a:latin typeface="Apple SD Gothic Neo"/>
                <a:ea typeface="Apple SD Gothic Neo"/>
                <a:cs typeface="Apple SD Gothic Neo"/>
              </a:defRPr>
            </a:pPr>
            <a:r>
              <a:rPr sz="1275" b="1">
                <a:solidFill>
                  <a:srgbClr val="25241F"/>
                </a:solidFill>
                <a:latin typeface="Apple SD Gothic Neo"/>
                <a:ea typeface="Apple SD Gothic Neo"/>
                <a:cs typeface="Apple SD Gothic Neo"/>
              </a:rPr>
              <a:t>2) 온디바이스 우선 — 개인정보가 기기를 떠나지 않음</a:t>
            </a:r>
          </a:p>
        </p:txBody>
      </p:sp>
      <p:sp>
        <p:nvSpPr>
          <p:cNvPr id="7" name="left-body-2">
            <a:extLst xmlns:a="http://schemas.openxmlformats.org/drawingml/2006/main">
              <a:ext uri="{FF2B5EF4-FFF2-40B4-BE49-F238E27FC236}">
                <a16:creationId xmlns:a16="http://schemas.microsoft.com/office/drawing/2014/main" id="{94B91243-DE77-4993-8D80-3A7F070B1E53}"/>
              </a:ext>
            </a:extLst>
          </p:cNvPr>
          <p:cNvSpPr>
            <a:spLocks xmlns:a="http://schemas.openxmlformats.org/drawingml/2006/main" noGrp="1"/>
          </p:cNvSpPr>
          <p:nvPr/>
        </p:nvSpPr>
        <p:spPr>
          <a:xfrm xmlns:a="http://schemas.openxmlformats.org/drawingml/2006/main">
            <a:off x="400050" y="2971800"/>
            <a:ext cx="3714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a:solidFill>
                  <a:srgbClr val="25241F"/>
                </a:solidFill>
                <a:latin typeface="Apple SD Gothic Neo"/>
                <a:ea typeface="Apple SD Gothic Neo"/>
                <a:cs typeface="Apple SD Gothic Neo"/>
              </a:defRPr>
            </a:pPr>
            <a:r>
              <a:rPr sz="1163" b="0">
                <a:solidFill>
                  <a:srgbClr val="25241F"/>
                </a:solidFill>
                <a:latin typeface="Apple SD Gothic Neo"/>
                <a:ea typeface="Apple SD Gothic Neo"/>
                <a:cs typeface="Apple SD Gothic Neo"/>
              </a:rPr>
              <a:t>결제 캡처는 Apple Vision으로 기기 안에서 OCR합니다. 이미지 원본은 서버로 전송하지 않고, 최근 20장만 잠금 상태에서 복호화되지 않는 등급으로 보관합니다. 이름과 나이는 서버 스키마에 필드조차 없고, 캘린더 일정 제목은 사용자가 동의했을 때만 전달됩니다.</a:t>
            </a:r>
          </a:p>
        </p:txBody>
      </p:sp>
      <p:sp>
        <p:nvSpPr>
          <p:cNvPr id="8" name="left-rule-2">
            <a:extLst xmlns:a="http://schemas.openxmlformats.org/drawingml/2006/main">
              <a:ext uri="{FF2B5EF4-FFF2-40B4-BE49-F238E27FC236}">
                <a16:creationId xmlns:a16="http://schemas.microsoft.com/office/drawing/2014/main" id="{B6CD8534-15FF-49CD-8CA2-A2C069EAB724}"/>
              </a:ext>
            </a:extLst>
          </p:cNvPr>
          <p:cNvSpPr>
            <a:spLocks xmlns:a="http://schemas.openxmlformats.org/drawingml/2006/main" noGrp="1"/>
          </p:cNvSpPr>
          <p:nvPr/>
        </p:nvSpPr>
        <p:spPr>
          <a:xfrm xmlns:a="http://schemas.openxmlformats.org/drawingml/2006/main">
            <a:off x="400050" y="4267200"/>
            <a:ext cx="3714750" cy="0"/>
          </a:xfrm>
          <a:prstGeom xmlns:a="http://schemas.openxmlformats.org/drawingml/2006/main" prst="line">
            <a:avLst/>
          </a:prstGeom>
          <a:noFill xmlns:a="http://schemas.openxmlformats.org/drawingml/2006/main"/>
          <a:ln xmlns:a="http://schemas.openxmlformats.org/drawingml/2006/main" w="9525">
            <a:solidFill>
              <a:srgbClr val="E6E2D8"/>
            </a:solidFill>
            <a:prstDash val="solid"/>
          </a:ln>
        </p:spPr>
      </p:sp>
      <p:sp>
        <p:nvSpPr>
          <p:cNvPr id="9" name="left-title-3">
            <a:extLst xmlns:a="http://schemas.openxmlformats.org/drawingml/2006/main">
              <a:ext uri="{FF2B5EF4-FFF2-40B4-BE49-F238E27FC236}">
                <a16:creationId xmlns:a16="http://schemas.microsoft.com/office/drawing/2014/main" id="{C6764B46-B74F-419F-BF10-A0FBA6685C1A}"/>
              </a:ext>
            </a:extLst>
          </p:cNvPr>
          <p:cNvSpPr>
            <a:spLocks xmlns:a="http://schemas.openxmlformats.org/drawingml/2006/main" noGrp="1"/>
          </p:cNvSpPr>
          <p:nvPr/>
        </p:nvSpPr>
        <p:spPr>
          <a:xfrm xmlns:a="http://schemas.openxmlformats.org/drawingml/2006/main">
            <a:off x="400050" y="43624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5241F"/>
                </a:solidFill>
                <a:latin typeface="Apple SD Gothic Neo"/>
                <a:ea typeface="Apple SD Gothic Neo"/>
                <a:cs typeface="Apple SD Gothic Neo"/>
              </a:defRPr>
            </a:pPr>
            <a:r>
              <a:rPr sz="1275" b="1">
                <a:solidFill>
                  <a:srgbClr val="25241F"/>
                </a:solidFill>
                <a:latin typeface="Apple SD Gothic Neo"/>
                <a:ea typeface="Apple SD Gothic Neo"/>
                <a:cs typeface="Apple SD Gothic Neo"/>
              </a:rPr>
              <a:t>3) 무상태 백엔드 — 남기지 않아서 지킨다</a:t>
            </a:r>
          </a:p>
        </p:txBody>
      </p:sp>
      <p:sp>
        <p:nvSpPr>
          <p:cNvPr id="10" name="left-body-3">
            <a:extLst xmlns:a="http://schemas.openxmlformats.org/drawingml/2006/main">
              <a:ext uri="{FF2B5EF4-FFF2-40B4-BE49-F238E27FC236}">
                <a16:creationId xmlns:a16="http://schemas.microsoft.com/office/drawing/2014/main" id="{62C67D23-5581-47BF-9EEE-710F5CE8B9E7}"/>
              </a:ext>
            </a:extLst>
          </p:cNvPr>
          <p:cNvSpPr>
            <a:spLocks xmlns:a="http://schemas.openxmlformats.org/drawingml/2006/main" noGrp="1"/>
          </p:cNvSpPr>
          <p:nvPr/>
        </p:nvSpPr>
        <p:spPr>
          <a:xfrm xmlns:a="http://schemas.openxmlformats.org/drawingml/2006/main">
            <a:off x="400050" y="4762500"/>
            <a:ext cx="3714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a:solidFill>
                  <a:srgbClr val="25241F"/>
                </a:solidFill>
                <a:latin typeface="Apple SD Gothic Neo"/>
                <a:ea typeface="Apple SD Gothic Neo"/>
                <a:cs typeface="Apple SD Gothic Neo"/>
              </a:defRPr>
            </a:pPr>
            <a:r>
              <a:rPr sz="1163" b="0">
                <a:solidFill>
                  <a:srgbClr val="25241F"/>
                </a:solidFill>
                <a:latin typeface="Apple SD Gothic Neo"/>
                <a:ea typeface="Apple SD Gothic Neo"/>
                <a:cs typeface="Apple SD Gothic Neo"/>
              </a:rPr>
              <a:t>데이터베이스를 두지 않습니다. 요청마다 계산하고 아무것도 저장하지 않아, 유출될 축적 데이터가 존재하지 않습니다. 요청 단계에서는 API 키 인증, 클라이언트별·전체 합 속도 제한, 본문 크기 제한, 프롬프트 주입 방어가 순서대로 적용됩니다.</a:t>
            </a:r>
          </a:p>
        </p:txBody>
      </p:sp>
      <p:sp>
        <p:nvSpPr>
          <p:cNvPr id="11" name="column-divider">
            <a:extLst xmlns:a="http://schemas.openxmlformats.org/drawingml/2006/main">
              <a:ext uri="{FF2B5EF4-FFF2-40B4-BE49-F238E27FC236}">
                <a16:creationId xmlns:a16="http://schemas.microsoft.com/office/drawing/2014/main" id="{CE4D6DCF-5228-4691-B326-7EFC8A5358E2}"/>
              </a:ext>
            </a:extLst>
          </p:cNvPr>
          <p:cNvSpPr>
            <a:spLocks xmlns:a="http://schemas.openxmlformats.org/drawingml/2006/main" noGrp="1"/>
          </p:cNvSpPr>
          <p:nvPr/>
        </p:nvSpPr>
        <p:spPr>
          <a:xfrm xmlns:a="http://schemas.openxmlformats.org/drawingml/2006/main">
            <a:off x="4362450" y="866775"/>
            <a:ext cx="0" cy="5410200"/>
          </a:xfrm>
          <a:prstGeom xmlns:a="http://schemas.openxmlformats.org/drawingml/2006/main" prst="line">
            <a:avLst/>
          </a:prstGeom>
          <a:noFill xmlns:a="http://schemas.openxmlformats.org/drawingml/2006/main"/>
          <a:ln xmlns:a="http://schemas.openxmlformats.org/drawingml/2006/main" w="9525">
            <a:solidFill>
              <a:srgbClr val="E6E2D8"/>
            </a:solidFill>
            <a:prstDash val="solid"/>
          </a:ln>
        </p:spPr>
      </p:sp>
      <p:sp>
        <p:nvSpPr>
          <p:cNvPr id="12" name="diagram-caption">
            <a:extLst xmlns:a="http://schemas.openxmlformats.org/drawingml/2006/main">
              <a:ext uri="{FF2B5EF4-FFF2-40B4-BE49-F238E27FC236}">
                <a16:creationId xmlns:a16="http://schemas.microsoft.com/office/drawing/2014/main" id="{4B979B13-3AA9-471F-9D2B-FAEAD6E0E470}"/>
              </a:ext>
            </a:extLst>
          </p:cNvPr>
          <p:cNvSpPr>
            <a:spLocks xmlns:a="http://schemas.openxmlformats.org/drawingml/2006/main" noGrp="1"/>
          </p:cNvSpPr>
          <p:nvPr/>
        </p:nvSpPr>
        <p:spPr>
          <a:xfrm xmlns:a="http://schemas.openxmlformats.org/drawingml/2006/main">
            <a:off x="4629150" y="304800"/>
            <a:ext cx="712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575" b="1">
                <a:solidFill>
                  <a:srgbClr val="25241F"/>
                </a:solidFill>
                <a:latin typeface="Apple SD Gothic Neo"/>
                <a:ea typeface="Apple SD Gothic Neo"/>
                <a:cs typeface="Apple SD Gothic Neo"/>
              </a:defRPr>
            </a:pPr>
            <a:r>
              <a:rPr sz="1575" b="1">
                <a:solidFill>
                  <a:srgbClr val="25241F"/>
                </a:solidFill>
                <a:latin typeface="Apple SD Gothic Neo"/>
                <a:ea typeface="Apple SD Gothic Neo"/>
                <a:cs typeface="Apple SD Gothic Neo"/>
              </a:rPr>
              <a:t>개인정보는 기기에 두고, 검증된 숫자만 설명 레이어로 전달</a:t>
            </a:r>
          </a:p>
        </p:txBody>
      </p:sp>
      <p:sp>
        <p:nvSpPr>
          <p:cNvPr id="13" name="user-to-device">
            <a:extLst xmlns:a="http://schemas.openxmlformats.org/drawingml/2006/main">
              <a:ext uri="{FF2B5EF4-FFF2-40B4-BE49-F238E27FC236}">
                <a16:creationId xmlns:a16="http://schemas.microsoft.com/office/drawing/2014/main" id="{22E69351-EA37-4883-8CF8-0C4CB58C044D}"/>
              </a:ext>
            </a:extLst>
          </p:cNvPr>
          <p:cNvSpPr>
            <a:spLocks xmlns:a="http://schemas.openxmlformats.org/drawingml/2006/main" noGrp="1"/>
          </p:cNvSpPr>
          <p:nvPr/>
        </p:nvSpPr>
        <p:spPr>
          <a:xfrm xmlns:a="http://schemas.openxmlformats.org/drawingml/2006/main">
            <a:off x="4533900" y="3409950"/>
            <a:ext cx="266700" cy="0"/>
          </a:xfrm>
          <a:prstGeom xmlns:a="http://schemas.openxmlformats.org/drawingml/2006/main" prst="line">
            <a:avLst/>
          </a:prstGeom>
          <a:noFill xmlns:a="http://schemas.openxmlformats.org/drawingml/2006/main"/>
          <a:ln xmlns:a="http://schemas.openxmlformats.org/drawingml/2006/main" w="15240">
            <a:solidFill>
              <a:srgbClr val="25241F"/>
            </a:solidFill>
            <a:prstDash val="solid"/>
          </a:ln>
        </p:spPr>
      </p:sp>
      <p:sp>
        <p:nvSpPr>
          <p:cNvPr id="14" name="device-to-backend">
            <a:extLst xmlns:a="http://schemas.openxmlformats.org/drawingml/2006/main">
              <a:ext uri="{FF2B5EF4-FFF2-40B4-BE49-F238E27FC236}">
                <a16:creationId xmlns:a16="http://schemas.microsoft.com/office/drawing/2014/main" id="{9694F416-2986-4CB4-B6EC-2A0666B40AB8}"/>
              </a:ext>
            </a:extLst>
          </p:cNvPr>
          <p:cNvSpPr>
            <a:spLocks xmlns:a="http://schemas.openxmlformats.org/drawingml/2006/main" noGrp="1"/>
          </p:cNvSpPr>
          <p:nvPr/>
        </p:nvSpPr>
        <p:spPr>
          <a:xfrm xmlns:a="http://schemas.openxmlformats.org/drawingml/2006/main">
            <a:off x="7000875" y="3009900"/>
            <a:ext cx="352425" cy="0"/>
          </a:xfrm>
          <a:prstGeom xmlns:a="http://schemas.openxmlformats.org/drawingml/2006/main" prst="line">
            <a:avLst/>
          </a:prstGeom>
          <a:noFill xmlns:a="http://schemas.openxmlformats.org/drawingml/2006/main"/>
          <a:ln xmlns:a="http://schemas.openxmlformats.org/drawingml/2006/main" w="19050">
            <a:solidFill>
              <a:srgbClr val="3F8A55"/>
            </a:solidFill>
            <a:prstDash val="solid"/>
          </a:ln>
        </p:spPr>
      </p:sp>
      <p:sp>
        <p:nvSpPr>
          <p:cNvPr id="15" name="backend-to-model">
            <a:extLst xmlns:a="http://schemas.openxmlformats.org/drawingml/2006/main">
              <a:ext uri="{FF2B5EF4-FFF2-40B4-BE49-F238E27FC236}">
                <a16:creationId xmlns:a16="http://schemas.microsoft.com/office/drawing/2014/main" id="{E1D35E8B-DF37-4683-9D12-A9BCB7905D5D}"/>
              </a:ext>
            </a:extLst>
          </p:cNvPr>
          <p:cNvSpPr>
            <a:spLocks xmlns:a="http://schemas.openxmlformats.org/drawingml/2006/main" noGrp="1"/>
          </p:cNvSpPr>
          <p:nvPr/>
        </p:nvSpPr>
        <p:spPr>
          <a:xfrm xmlns:a="http://schemas.openxmlformats.org/drawingml/2006/main">
            <a:off x="9925050" y="3552825"/>
            <a:ext cx="333375" cy="0"/>
          </a:xfrm>
          <a:prstGeom xmlns:a="http://schemas.openxmlformats.org/drawingml/2006/main" prst="line">
            <a:avLst/>
          </a:prstGeom>
          <a:noFill xmlns:a="http://schemas.openxmlformats.org/drawingml/2006/main"/>
          <a:ln xmlns:a="http://schemas.openxmlformats.org/drawingml/2006/main" w="19050">
            <a:solidFill>
              <a:srgbClr val="3F8A55"/>
            </a:solidFill>
            <a:prstDash val="solid"/>
          </a:ln>
        </p:spPr>
      </p:sp>
      <p:sp>
        <p:nvSpPr>
          <p:cNvPr id="16" name="calendar-to-app-a">
            <a:extLst xmlns:a="http://schemas.openxmlformats.org/drawingml/2006/main">
              <a:ext uri="{FF2B5EF4-FFF2-40B4-BE49-F238E27FC236}">
                <a16:creationId xmlns:a16="http://schemas.microsoft.com/office/drawing/2014/main" id="{FBCDE1CC-F8B1-4358-87C5-8D2139282A9F}"/>
              </a:ext>
            </a:extLst>
          </p:cNvPr>
          <p:cNvSpPr>
            <a:spLocks xmlns:a="http://schemas.openxmlformats.org/drawingml/2006/main" noGrp="1"/>
          </p:cNvSpPr>
          <p:nvPr/>
        </p:nvSpPr>
        <p:spPr>
          <a:xfrm xmlns:a="http://schemas.openxmlformats.org/drawingml/2006/main">
            <a:off x="4953000" y="1981200"/>
            <a:ext cx="0" cy="266700"/>
          </a:xfrm>
          <a:prstGeom xmlns:a="http://schemas.openxmlformats.org/drawingml/2006/main" prst="line">
            <a:avLst/>
          </a:prstGeom>
          <a:noFill xmlns:a="http://schemas.openxmlformats.org/drawingml/2006/main"/>
          <a:ln xmlns:a="http://schemas.openxmlformats.org/drawingml/2006/main" w="12383">
            <a:solidFill>
              <a:srgbClr val="747168"/>
            </a:solidFill>
            <a:prstDash val="solid"/>
          </a:ln>
        </p:spPr>
      </p:sp>
      <p:sp>
        <p:nvSpPr>
          <p:cNvPr id="17" name="calendar-to-app-b">
            <a:extLst xmlns:a="http://schemas.openxmlformats.org/drawingml/2006/main">
              <a:ext uri="{FF2B5EF4-FFF2-40B4-BE49-F238E27FC236}">
                <a16:creationId xmlns:a16="http://schemas.microsoft.com/office/drawing/2014/main" id="{26702B18-D836-412A-B760-7E805FE4F5E0}"/>
              </a:ext>
            </a:extLst>
          </p:cNvPr>
          <p:cNvSpPr>
            <a:spLocks xmlns:a="http://schemas.openxmlformats.org/drawingml/2006/main" noGrp="1"/>
          </p:cNvSpPr>
          <p:nvPr/>
        </p:nvSpPr>
        <p:spPr>
          <a:xfrm xmlns:a="http://schemas.openxmlformats.org/drawingml/2006/main">
            <a:off x="4953000" y="2247900"/>
            <a:ext cx="361950" cy="0"/>
          </a:xfrm>
          <a:prstGeom xmlns:a="http://schemas.openxmlformats.org/drawingml/2006/main" prst="line">
            <a:avLst/>
          </a:prstGeom>
          <a:noFill xmlns:a="http://schemas.openxmlformats.org/drawingml/2006/main"/>
          <a:ln xmlns:a="http://schemas.openxmlformats.org/drawingml/2006/main" w="12383">
            <a:solidFill>
              <a:srgbClr val="747168"/>
            </a:solidFill>
            <a:prstDash val="solid"/>
          </a:ln>
        </p:spPr>
      </p:sp>
      <p:sp>
        <p:nvSpPr>
          <p:cNvPr id="18" name="app-to-calendar-a">
            <a:extLst xmlns:a="http://schemas.openxmlformats.org/drawingml/2006/main">
              <a:ext uri="{FF2B5EF4-FFF2-40B4-BE49-F238E27FC236}">
                <a16:creationId xmlns:a16="http://schemas.microsoft.com/office/drawing/2014/main" id="{C807F20D-DF45-4C80-866C-C3C427C804FA}"/>
              </a:ext>
            </a:extLst>
          </p:cNvPr>
          <p:cNvSpPr>
            <a:spLocks xmlns:a="http://schemas.openxmlformats.org/drawingml/2006/main" noGrp="1"/>
          </p:cNvSpPr>
          <p:nvPr/>
        </p:nvSpPr>
        <p:spPr>
          <a:xfrm xmlns:a="http://schemas.openxmlformats.org/drawingml/2006/main">
            <a:off x="4953000" y="2343150"/>
            <a:ext cx="361950" cy="0"/>
          </a:xfrm>
          <a:prstGeom xmlns:a="http://schemas.openxmlformats.org/drawingml/2006/main" prst="line">
            <a:avLst/>
          </a:prstGeom>
          <a:noFill xmlns:a="http://schemas.openxmlformats.org/drawingml/2006/main"/>
          <a:ln xmlns:a="http://schemas.openxmlformats.org/drawingml/2006/main" w="12383">
            <a:solidFill>
              <a:srgbClr val="747168"/>
            </a:solidFill>
            <a:prstDash val="solid"/>
          </a:ln>
        </p:spPr>
      </p:sp>
      <p:sp>
        <p:nvSpPr>
          <p:cNvPr id="19" name="app-to-calendar-b">
            <a:extLst xmlns:a="http://schemas.openxmlformats.org/drawingml/2006/main">
              <a:ext uri="{FF2B5EF4-FFF2-40B4-BE49-F238E27FC236}">
                <a16:creationId xmlns:a16="http://schemas.microsoft.com/office/drawing/2014/main" id="{56546F8E-2D9B-487B-8440-A31A07F8472B}"/>
              </a:ext>
            </a:extLst>
          </p:cNvPr>
          <p:cNvSpPr>
            <a:spLocks xmlns:a="http://schemas.openxmlformats.org/drawingml/2006/main" noGrp="1"/>
          </p:cNvSpPr>
          <p:nvPr/>
        </p:nvSpPr>
        <p:spPr>
          <a:xfrm xmlns:a="http://schemas.openxmlformats.org/drawingml/2006/main">
            <a:off x="4953000" y="2095500"/>
            <a:ext cx="0" cy="247650"/>
          </a:xfrm>
          <a:prstGeom xmlns:a="http://schemas.openxmlformats.org/drawingml/2006/main" prst="line">
            <a:avLst/>
          </a:prstGeom>
          <a:noFill xmlns:a="http://schemas.openxmlformats.org/drawingml/2006/main"/>
          <a:ln xmlns:a="http://schemas.openxmlformats.org/drawingml/2006/main" w="12383">
            <a:solidFill>
              <a:srgbClr val="747168"/>
            </a:solidFill>
            <a:prstDash val="solid"/>
          </a:ln>
        </p:spPr>
      </p:sp>
      <p:sp>
        <p:nvSpPr>
          <p:cNvPr id="20" name="security-to-engine">
            <a:extLst xmlns:a="http://schemas.openxmlformats.org/drawingml/2006/main">
              <a:ext uri="{FF2B5EF4-FFF2-40B4-BE49-F238E27FC236}">
                <a16:creationId xmlns:a16="http://schemas.microsoft.com/office/drawing/2014/main" id="{320DE25F-09BB-4288-B948-4152618781DF}"/>
              </a:ext>
            </a:extLst>
          </p:cNvPr>
          <p:cNvSpPr>
            <a:spLocks xmlns:a="http://schemas.openxmlformats.org/drawingml/2006/main" noGrp="1"/>
          </p:cNvSpPr>
          <p:nvPr/>
        </p:nvSpPr>
        <p:spPr>
          <a:xfrm xmlns:a="http://schemas.openxmlformats.org/drawingml/2006/main">
            <a:off x="8620125" y="2152650"/>
            <a:ext cx="0" cy="209550"/>
          </a:xfrm>
          <a:prstGeom xmlns:a="http://schemas.openxmlformats.org/drawingml/2006/main" prst="line">
            <a:avLst/>
          </a:prstGeom>
          <a:noFill xmlns:a="http://schemas.openxmlformats.org/drawingml/2006/main"/>
          <a:ln xmlns:a="http://schemas.openxmlformats.org/drawingml/2006/main" w="12383">
            <a:solidFill>
              <a:srgbClr val="747168"/>
            </a:solidFill>
            <a:prstDash val="solid"/>
          </a:ln>
        </p:spPr>
      </p:sp>
      <p:sp>
        <p:nvSpPr>
          <p:cNvPr id="21" name="engine-to-llm">
            <a:extLst xmlns:a="http://schemas.openxmlformats.org/drawingml/2006/main">
              <a:ext uri="{FF2B5EF4-FFF2-40B4-BE49-F238E27FC236}">
                <a16:creationId xmlns:a16="http://schemas.microsoft.com/office/drawing/2014/main" id="{4D34EA8F-8B06-4BCA-BE2E-2DAB60002D4E}"/>
              </a:ext>
            </a:extLst>
          </p:cNvPr>
          <p:cNvSpPr>
            <a:spLocks xmlns:a="http://schemas.openxmlformats.org/drawingml/2006/main" noGrp="1"/>
          </p:cNvSpPr>
          <p:nvPr/>
        </p:nvSpPr>
        <p:spPr>
          <a:xfrm xmlns:a="http://schemas.openxmlformats.org/drawingml/2006/main">
            <a:off x="8620125" y="3019425"/>
            <a:ext cx="0" cy="209550"/>
          </a:xfrm>
          <a:prstGeom xmlns:a="http://schemas.openxmlformats.org/drawingml/2006/main" prst="line">
            <a:avLst/>
          </a:prstGeom>
          <a:noFill xmlns:a="http://schemas.openxmlformats.org/drawingml/2006/main"/>
          <a:ln xmlns:a="http://schemas.openxmlformats.org/drawingml/2006/main" w="12383">
            <a:solidFill>
              <a:srgbClr val="747168"/>
            </a:solidFill>
            <a:prstDash val="solid"/>
          </a:ln>
        </p:spPr>
      </p:sp>
      <p:sp>
        <p:nvSpPr>
          <p:cNvPr id="22" name="llm-to-ground">
            <a:extLst xmlns:a="http://schemas.openxmlformats.org/drawingml/2006/main">
              <a:ext uri="{FF2B5EF4-FFF2-40B4-BE49-F238E27FC236}">
                <a16:creationId xmlns:a16="http://schemas.microsoft.com/office/drawing/2014/main" id="{985940FE-E2AA-4E82-89ED-3EFAC7FE1B14}"/>
              </a:ext>
            </a:extLst>
          </p:cNvPr>
          <p:cNvSpPr>
            <a:spLocks xmlns:a="http://schemas.openxmlformats.org/drawingml/2006/main" noGrp="1"/>
          </p:cNvSpPr>
          <p:nvPr/>
        </p:nvSpPr>
        <p:spPr>
          <a:xfrm xmlns:a="http://schemas.openxmlformats.org/drawingml/2006/main">
            <a:off x="8620125" y="3876675"/>
            <a:ext cx="0" cy="209550"/>
          </a:xfrm>
          <a:prstGeom xmlns:a="http://schemas.openxmlformats.org/drawingml/2006/main" prst="line">
            <a:avLst/>
          </a:prstGeom>
          <a:noFill xmlns:a="http://schemas.openxmlformats.org/drawingml/2006/main"/>
          <a:ln xmlns:a="http://schemas.openxmlformats.org/drawingml/2006/main" w="12383">
            <a:solidFill>
              <a:srgbClr val="747168"/>
            </a:solidFill>
            <a:prstDash val="solid"/>
          </a:ln>
        </p:spPr>
      </p:sp>
      <p:sp>
        <p:nvSpPr>
          <p:cNvPr id="23" name="response-down">
            <a:extLst xmlns:a="http://schemas.openxmlformats.org/drawingml/2006/main">
              <a:ext uri="{FF2B5EF4-FFF2-40B4-BE49-F238E27FC236}">
                <a16:creationId xmlns:a16="http://schemas.microsoft.com/office/drawing/2014/main" id="{E2AB081B-59AB-44E4-A634-1D8DA2B9270C}"/>
              </a:ext>
            </a:extLst>
          </p:cNvPr>
          <p:cNvSpPr>
            <a:spLocks xmlns:a="http://schemas.openxmlformats.org/drawingml/2006/main" noGrp="1"/>
          </p:cNvSpPr>
          <p:nvPr/>
        </p:nvSpPr>
        <p:spPr>
          <a:xfrm xmlns:a="http://schemas.openxmlformats.org/drawingml/2006/main">
            <a:off x="8620125" y="4933950"/>
            <a:ext cx="0" cy="590550"/>
          </a:xfrm>
          <a:prstGeom xmlns:a="http://schemas.openxmlformats.org/drawingml/2006/main" prst="line">
            <a:avLst/>
          </a:prstGeom>
          <a:noFill xmlns:a="http://schemas.openxmlformats.org/drawingml/2006/main"/>
          <a:ln xmlns:a="http://schemas.openxmlformats.org/drawingml/2006/main" w="16193">
            <a:solidFill>
              <a:srgbClr val="3F8A55"/>
            </a:solidFill>
            <a:prstDash val="solid"/>
          </a:ln>
        </p:spPr>
      </p:sp>
      <p:sp>
        <p:nvSpPr>
          <p:cNvPr id="24" name="response-left">
            <a:extLst xmlns:a="http://schemas.openxmlformats.org/drawingml/2006/main">
              <a:ext uri="{FF2B5EF4-FFF2-40B4-BE49-F238E27FC236}">
                <a16:creationId xmlns:a16="http://schemas.microsoft.com/office/drawing/2014/main" id="{ED94EA7E-A489-4B78-9B37-BF4278AB521D}"/>
              </a:ext>
            </a:extLst>
          </p:cNvPr>
          <p:cNvSpPr>
            <a:spLocks xmlns:a="http://schemas.openxmlformats.org/drawingml/2006/main" noGrp="1"/>
          </p:cNvSpPr>
          <p:nvPr/>
        </p:nvSpPr>
        <p:spPr>
          <a:xfrm xmlns:a="http://schemas.openxmlformats.org/drawingml/2006/main">
            <a:off x="5915025" y="5524500"/>
            <a:ext cx="2705100" cy="0"/>
          </a:xfrm>
          <a:prstGeom xmlns:a="http://schemas.openxmlformats.org/drawingml/2006/main" prst="line">
            <a:avLst/>
          </a:prstGeom>
          <a:noFill xmlns:a="http://schemas.openxmlformats.org/drawingml/2006/main"/>
          <a:ln xmlns:a="http://schemas.openxmlformats.org/drawingml/2006/main" w="16193">
            <a:solidFill>
              <a:srgbClr val="3F8A55"/>
            </a:solidFill>
            <a:prstDash val="solid"/>
          </a:ln>
        </p:spPr>
      </p:sp>
      <p:sp>
        <p:nvSpPr>
          <p:cNvPr id="25" name="model-response-a">
            <a:extLst xmlns:a="http://schemas.openxmlformats.org/drawingml/2006/main">
              <a:ext uri="{FF2B5EF4-FFF2-40B4-BE49-F238E27FC236}">
                <a16:creationId xmlns:a16="http://schemas.microsoft.com/office/drawing/2014/main" id="{107198B0-CB74-4B99-85CB-C569A188398A}"/>
              </a:ext>
            </a:extLst>
          </p:cNvPr>
          <p:cNvSpPr>
            <a:spLocks xmlns:a="http://schemas.openxmlformats.org/drawingml/2006/main" noGrp="1"/>
          </p:cNvSpPr>
          <p:nvPr/>
        </p:nvSpPr>
        <p:spPr>
          <a:xfrm xmlns:a="http://schemas.openxmlformats.org/drawingml/2006/main">
            <a:off x="11001375" y="4419600"/>
            <a:ext cx="0" cy="514350"/>
          </a:xfrm>
          <a:prstGeom xmlns:a="http://schemas.openxmlformats.org/drawingml/2006/main" prst="line">
            <a:avLst/>
          </a:prstGeom>
          <a:noFill xmlns:a="http://schemas.openxmlformats.org/drawingml/2006/main"/>
          <a:ln xmlns:a="http://schemas.openxmlformats.org/drawingml/2006/main" w="11430">
            <a:solidFill>
              <a:srgbClr val="747168"/>
            </a:solidFill>
            <a:prstDash val="dash"/>
          </a:ln>
        </p:spPr>
      </p:sp>
      <p:sp>
        <p:nvSpPr>
          <p:cNvPr id="26" name="model-response-b">
            <a:extLst xmlns:a="http://schemas.openxmlformats.org/drawingml/2006/main">
              <a:ext uri="{FF2B5EF4-FFF2-40B4-BE49-F238E27FC236}">
                <a16:creationId xmlns:a16="http://schemas.microsoft.com/office/drawing/2014/main" id="{DE04DAF7-FFED-4435-91BE-EEE1270EEA9F}"/>
              </a:ext>
            </a:extLst>
          </p:cNvPr>
          <p:cNvSpPr>
            <a:spLocks xmlns:a="http://schemas.openxmlformats.org/drawingml/2006/main" noGrp="1"/>
          </p:cNvSpPr>
          <p:nvPr/>
        </p:nvSpPr>
        <p:spPr>
          <a:xfrm xmlns:a="http://schemas.openxmlformats.org/drawingml/2006/main">
            <a:off x="9925050" y="4933950"/>
            <a:ext cx="1076325" cy="0"/>
          </a:xfrm>
          <a:prstGeom xmlns:a="http://schemas.openxmlformats.org/drawingml/2006/main" prst="line">
            <a:avLst/>
          </a:prstGeom>
          <a:noFill xmlns:a="http://schemas.openxmlformats.org/drawingml/2006/main"/>
          <a:ln xmlns:a="http://schemas.openxmlformats.org/drawingml/2006/main" w="11430">
            <a:solidFill>
              <a:srgbClr val="747168"/>
            </a:solidFill>
            <a:prstDash val="dash"/>
          </a:ln>
        </p:spPr>
      </p:sp>
      <p:sp>
        <p:nvSpPr>
          <p:cNvPr id="27" name="user-head">
            <a:extLst xmlns:a="http://schemas.openxmlformats.org/drawingml/2006/main">
              <a:ext uri="{FF2B5EF4-FFF2-40B4-BE49-F238E27FC236}">
                <a16:creationId xmlns:a16="http://schemas.microsoft.com/office/drawing/2014/main" id="{D92C2BAC-A1A9-43CF-AD82-E23FFA6CFCFE}"/>
              </a:ext>
            </a:extLst>
          </p:cNvPr>
          <p:cNvSpPr>
            <a:spLocks xmlns:a="http://schemas.openxmlformats.org/drawingml/2006/main" noGrp="1"/>
          </p:cNvSpPr>
          <p:nvPr/>
        </p:nvSpPr>
        <p:spPr>
          <a:xfrm xmlns:a="http://schemas.openxmlformats.org/drawingml/2006/main">
            <a:off x="4457700" y="3105150"/>
            <a:ext cx="152400" cy="152400"/>
          </a:xfrm>
          <a:prstGeom xmlns:a="http://schemas.openxmlformats.org/drawingml/2006/main" prst="ellipse">
            <a:avLst/>
          </a:prstGeom>
          <a:solidFill xmlns:a="http://schemas.openxmlformats.org/drawingml/2006/main">
            <a:srgbClr val="25241F"/>
          </a:solidFill>
          <a:ln xmlns:a="http://schemas.openxmlformats.org/drawingml/2006/main" w="0">
            <a:solidFill>
              <a:srgbClr val="25241F"/>
            </a:solidFill>
            <a:prstDash val="solid"/>
          </a:ln>
        </p:spPr>
      </p:sp>
      <p:sp>
        <p:nvSpPr>
          <p:cNvPr id="28" name="user-body">
            <a:extLst xmlns:a="http://schemas.openxmlformats.org/drawingml/2006/main">
              <a:ext uri="{FF2B5EF4-FFF2-40B4-BE49-F238E27FC236}">
                <a16:creationId xmlns:a16="http://schemas.microsoft.com/office/drawing/2014/main" id="{2FD9E3D2-DE8F-497E-A220-8E303115B7B8}"/>
              </a:ext>
            </a:extLst>
          </p:cNvPr>
          <p:cNvSpPr>
            <a:spLocks xmlns:a="http://schemas.openxmlformats.org/drawingml/2006/main" noGrp="1"/>
          </p:cNvSpPr>
          <p:nvPr/>
        </p:nvSpPr>
        <p:spPr>
          <a:xfrm xmlns:a="http://schemas.openxmlformats.org/drawingml/2006/main">
            <a:off x="4410075" y="3286125"/>
            <a:ext cx="247650" cy="209550"/>
          </a:xfrm>
          <a:prstGeom xmlns:a="http://schemas.openxmlformats.org/drawingml/2006/main" prst="roundRect">
            <a:avLst>
              <a:gd name="adj" fmla="val 36364"/>
            </a:avLst>
          </a:prstGeom>
          <a:solidFill xmlns:a="http://schemas.openxmlformats.org/drawingml/2006/main">
            <a:srgbClr val="25241F"/>
          </a:solidFill>
          <a:ln xmlns:a="http://schemas.openxmlformats.org/drawingml/2006/main" w="0">
            <a:solidFill>
              <a:srgbClr val="25241F"/>
            </a:solidFill>
            <a:prstDash val="solid"/>
          </a:ln>
        </p:spPr>
      </p:sp>
      <p:sp>
        <p:nvSpPr>
          <p:cNvPr id="29" name="user-label">
            <a:extLst xmlns:a="http://schemas.openxmlformats.org/drawingml/2006/main">
              <a:ext uri="{FF2B5EF4-FFF2-40B4-BE49-F238E27FC236}">
                <a16:creationId xmlns:a16="http://schemas.microsoft.com/office/drawing/2014/main" id="{36B24170-4BCD-4924-96CA-63A759640865}"/>
              </a:ext>
            </a:extLst>
          </p:cNvPr>
          <p:cNvSpPr>
            <a:spLocks xmlns:a="http://schemas.openxmlformats.org/drawingml/2006/main" noGrp="1"/>
          </p:cNvSpPr>
          <p:nvPr/>
        </p:nvSpPr>
        <p:spPr>
          <a:xfrm xmlns:a="http://schemas.openxmlformats.org/drawingml/2006/main">
            <a:off x="4381500" y="35623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63" b="0">
                <a:solidFill>
                  <a:srgbClr val="25241F"/>
                </a:solidFill>
                <a:latin typeface="Apple SD Gothic Neo"/>
                <a:ea typeface="Apple SD Gothic Neo"/>
                <a:cs typeface="Apple SD Gothic Neo"/>
              </a:defRPr>
            </a:pPr>
            <a:r>
              <a:rPr sz="863" b="0">
                <a:solidFill>
                  <a:srgbClr val="25241F"/>
                </a:solidFill>
                <a:latin typeface="Apple SD Gothic Neo"/>
                <a:ea typeface="Apple SD Gothic Neo"/>
                <a:cs typeface="Apple SD Gothic Neo"/>
              </a:rPr>
              <a:t>사용자</a:t>
            </a:r>
          </a:p>
        </p:txBody>
      </p:sp>
      <p:sp>
        <p:nvSpPr>
          <p:cNvPr id="30" name="device-boundary">
            <a:extLst xmlns:a="http://schemas.openxmlformats.org/drawingml/2006/main">
              <a:ext uri="{FF2B5EF4-FFF2-40B4-BE49-F238E27FC236}">
                <a16:creationId xmlns:a16="http://schemas.microsoft.com/office/drawing/2014/main" id="{EE5848BB-E0D2-4151-B602-D5986F69F447}"/>
              </a:ext>
            </a:extLst>
          </p:cNvPr>
          <p:cNvSpPr>
            <a:spLocks xmlns:a="http://schemas.openxmlformats.org/drawingml/2006/main" noGrp="1"/>
          </p:cNvSpPr>
          <p:nvPr/>
        </p:nvSpPr>
        <p:spPr>
          <a:xfrm xmlns:a="http://schemas.openxmlformats.org/drawingml/2006/main">
            <a:off x="4781550" y="971550"/>
            <a:ext cx="2247900" cy="4552950"/>
          </a:xfrm>
          <a:prstGeom xmlns:a="http://schemas.openxmlformats.org/drawingml/2006/main" prst="roundRect">
            <a:avLst>
              <a:gd name="adj" fmla="val 5085"/>
            </a:avLst>
          </a:prstGeom>
          <a:solidFill xmlns:a="http://schemas.openxmlformats.org/drawingml/2006/main">
            <a:srgbClr val="FFFFFF"/>
          </a:solidFill>
          <a:ln xmlns:a="http://schemas.openxmlformats.org/drawingml/2006/main" w="9525">
            <a:solidFill>
              <a:srgbClr val="E6E2D8"/>
            </a:solidFill>
            <a:prstDash val="solid"/>
          </a:ln>
        </p:spPr>
      </p:sp>
      <p:sp>
        <p:nvSpPr>
          <p:cNvPr id="31" name="device-title">
            <a:extLst xmlns:a="http://schemas.openxmlformats.org/drawingml/2006/main">
              <a:ext uri="{FF2B5EF4-FFF2-40B4-BE49-F238E27FC236}">
                <a16:creationId xmlns:a16="http://schemas.microsoft.com/office/drawing/2014/main" id="{50D1C8E6-06FE-4C88-9F3F-B84C609F07FB}"/>
              </a:ext>
            </a:extLst>
          </p:cNvPr>
          <p:cNvSpPr>
            <a:spLocks xmlns:a="http://schemas.openxmlformats.org/drawingml/2006/main" noGrp="1"/>
          </p:cNvSpPr>
          <p:nvPr/>
        </p:nvSpPr>
        <p:spPr>
          <a:xfrm xmlns:a="http://schemas.openxmlformats.org/drawingml/2006/main">
            <a:off x="4943475" y="11239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a:solidFill>
                  <a:srgbClr val="25241F"/>
                </a:solidFill>
                <a:latin typeface="Apple SD Gothic Neo"/>
                <a:ea typeface="Apple SD Gothic Neo"/>
                <a:cs typeface="Apple SD Gothic Neo"/>
              </a:defRPr>
            </a:pPr>
            <a:r>
              <a:rPr sz="1275" b="1">
                <a:solidFill>
                  <a:srgbClr val="25241F"/>
                </a:solidFill>
                <a:latin typeface="Apple SD Gothic Neo"/>
                <a:ea typeface="Apple SD Gothic Neo"/>
                <a:cs typeface="Apple SD Gothic Neo"/>
              </a:rPr>
              <a:t>A  사용자 기기 (iOS)</a:t>
            </a:r>
          </a:p>
        </p:txBody>
      </p:sp>
      <p:sp>
        <p:nvSpPr>
          <p:cNvPr id="32" name="device-subtitle">
            <a:extLst xmlns:a="http://schemas.openxmlformats.org/drawingml/2006/main">
              <a:ext uri="{FF2B5EF4-FFF2-40B4-BE49-F238E27FC236}">
                <a16:creationId xmlns:a16="http://schemas.microsoft.com/office/drawing/2014/main" id="{A8FF64A2-C392-4B5E-9732-CCDE38B066A9}"/>
              </a:ext>
            </a:extLst>
          </p:cNvPr>
          <p:cNvSpPr>
            <a:spLocks xmlns:a="http://schemas.openxmlformats.org/drawingml/2006/main" noGrp="1"/>
          </p:cNvSpPr>
          <p:nvPr/>
        </p:nvSpPr>
        <p:spPr>
          <a:xfrm xmlns:a="http://schemas.openxmlformats.org/drawingml/2006/main">
            <a:off x="4943475" y="1381125"/>
            <a:ext cx="1905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38" b="0">
                <a:solidFill>
                  <a:srgbClr val="747168"/>
                </a:solidFill>
                <a:latin typeface="Apple SD Gothic Neo"/>
                <a:ea typeface="Apple SD Gothic Neo"/>
                <a:cs typeface="Apple SD Gothic Neo"/>
              </a:defRPr>
            </a:pPr>
            <a:r>
              <a:rPr sz="938" b="0">
                <a:solidFill>
                  <a:srgbClr val="747168"/>
                </a:solidFill>
                <a:latin typeface="Apple SD Gothic Neo"/>
                <a:ea typeface="Apple SD Gothic Neo"/>
                <a:cs typeface="Apple SD Gothic Neo"/>
              </a:rPr>
              <a:t>원본 데이터 처리 · 로컬 폴백</a:t>
            </a:r>
          </a:p>
        </p:txBody>
      </p:sp>
      <p:sp>
        <p:nvSpPr>
          <p:cNvPr id="33" name="calendar-icon">
            <a:extLst xmlns:a="http://schemas.openxmlformats.org/drawingml/2006/main">
              <a:ext uri="{FF2B5EF4-FFF2-40B4-BE49-F238E27FC236}">
                <a16:creationId xmlns:a16="http://schemas.microsoft.com/office/drawing/2014/main" id="{4CF5FD0C-00CD-43B0-9213-5A106D9501FB}"/>
              </a:ext>
            </a:extLst>
          </p:cNvPr>
          <p:cNvSpPr>
            <a:spLocks xmlns:a="http://schemas.openxmlformats.org/drawingml/2006/main" noGrp="1"/>
          </p:cNvSpPr>
          <p:nvPr/>
        </p:nvSpPr>
        <p:spPr>
          <a:xfrm xmlns:a="http://schemas.openxmlformats.org/drawingml/2006/main">
            <a:off x="4933950" y="1685925"/>
            <a:ext cx="514350" cy="409575"/>
          </a:xfrm>
          <a:prstGeom xmlns:a="http://schemas.openxmlformats.org/drawingml/2006/main" prst="roundRect">
            <a:avLst>
              <a:gd name="adj" fmla="val 13953"/>
            </a:avLst>
          </a:prstGeom>
          <a:solidFill xmlns:a="http://schemas.openxmlformats.org/drawingml/2006/main">
            <a:srgbClr val="FAF9F6"/>
          </a:solidFill>
          <a:ln xmlns:a="http://schemas.openxmlformats.org/drawingml/2006/main" w="9525">
            <a:solidFill>
              <a:srgbClr val="E6E2D8"/>
            </a:solidFill>
            <a:prstDash val="solid"/>
          </a:ln>
        </p:spPr>
      </p:sp>
      <p:sp>
        <p:nvSpPr>
          <p:cNvPr id="34" name="calendar-top-line">
            <a:extLst xmlns:a="http://schemas.openxmlformats.org/drawingml/2006/main">
              <a:ext uri="{FF2B5EF4-FFF2-40B4-BE49-F238E27FC236}">
                <a16:creationId xmlns:a16="http://schemas.microsoft.com/office/drawing/2014/main" id="{FE774A4D-CFCF-4A79-989C-A80E40ABC455}"/>
              </a:ext>
            </a:extLst>
          </p:cNvPr>
          <p:cNvSpPr>
            <a:spLocks xmlns:a="http://schemas.openxmlformats.org/drawingml/2006/main" noGrp="1"/>
          </p:cNvSpPr>
          <p:nvPr/>
        </p:nvSpPr>
        <p:spPr>
          <a:xfrm xmlns:a="http://schemas.openxmlformats.org/drawingml/2006/main">
            <a:off x="5010150" y="1790700"/>
            <a:ext cx="361950" cy="0"/>
          </a:xfrm>
          <a:prstGeom xmlns:a="http://schemas.openxmlformats.org/drawingml/2006/main" prst="line">
            <a:avLst/>
          </a:prstGeom>
          <a:noFill xmlns:a="http://schemas.openxmlformats.org/drawingml/2006/main"/>
          <a:ln xmlns:a="http://schemas.openxmlformats.org/drawingml/2006/main" w="19050">
            <a:solidFill>
              <a:srgbClr val="3F8A55"/>
            </a:solidFill>
            <a:prstDash val="solid"/>
          </a:ln>
        </p:spPr>
      </p:sp>
      <p:sp>
        <p:nvSpPr>
          <p:cNvPr id="35" name="calendar-mark">
            <a:extLst xmlns:a="http://schemas.openxmlformats.org/drawingml/2006/main">
              <a:ext uri="{FF2B5EF4-FFF2-40B4-BE49-F238E27FC236}">
                <a16:creationId xmlns:a16="http://schemas.microsoft.com/office/drawing/2014/main" id="{5F5F5A17-0EFE-467E-9C4B-2A1F14C22CCC}"/>
              </a:ext>
            </a:extLst>
          </p:cNvPr>
          <p:cNvSpPr>
            <a:spLocks xmlns:a="http://schemas.openxmlformats.org/drawingml/2006/main" noGrp="1"/>
          </p:cNvSpPr>
          <p:nvPr/>
        </p:nvSpPr>
        <p:spPr>
          <a:xfrm xmlns:a="http://schemas.openxmlformats.org/drawingml/2006/main">
            <a:off x="5048250" y="18192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3F8A55"/>
                </a:solidFill>
                <a:latin typeface="Apple SD Gothic Neo"/>
                <a:ea typeface="Apple SD Gothic Neo"/>
                <a:cs typeface="Apple SD Gothic Neo"/>
              </a:defRPr>
            </a:pPr>
            <a:r>
              <a:rPr sz="1050" b="1">
                <a:solidFill>
                  <a:srgbClr val="3F8A55"/>
                </a:solidFill>
                <a:latin typeface="Apple SD Gothic Neo"/>
                <a:ea typeface="Apple SD Gothic Neo"/>
                <a:cs typeface="Apple SD Gothic Neo"/>
              </a:rPr>
              <a:t>17</a:t>
            </a:r>
          </a:p>
        </p:txBody>
      </p:sp>
      <p:sp>
        <p:nvSpPr>
          <p:cNvPr id="36" name="calendar-label">
            <a:extLst xmlns:a="http://schemas.openxmlformats.org/drawingml/2006/main">
              <a:ext uri="{FF2B5EF4-FFF2-40B4-BE49-F238E27FC236}">
                <a16:creationId xmlns:a16="http://schemas.microsoft.com/office/drawing/2014/main" id="{ED468516-84DD-424B-85F3-77664D00C297}"/>
              </a:ext>
            </a:extLst>
          </p:cNvPr>
          <p:cNvSpPr>
            <a:spLocks xmlns:a="http://schemas.openxmlformats.org/drawingml/2006/main" noGrp="1"/>
          </p:cNvSpPr>
          <p:nvPr/>
        </p:nvSpPr>
        <p:spPr>
          <a:xfrm xmlns:a="http://schemas.openxmlformats.org/drawingml/2006/main">
            <a:off x="5534025" y="1676400"/>
            <a:ext cx="1238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13" b="1">
                <a:solidFill>
                  <a:srgbClr val="25241F"/>
                </a:solidFill>
                <a:latin typeface="Apple SD Gothic Neo"/>
                <a:ea typeface="Apple SD Gothic Neo"/>
                <a:cs typeface="Apple SD Gothic Neo"/>
              </a:defRPr>
            </a:pPr>
            <a:r>
              <a:rPr sz="1013" b="1">
                <a:solidFill>
                  <a:srgbClr val="25241F"/>
                </a:solidFill>
                <a:latin typeface="Apple SD Gothic Neo"/>
                <a:ea typeface="Apple SD Gothic Neo"/>
                <a:cs typeface="Apple SD Gothic Neo"/>
              </a:rPr>
              <a:t>iOS 캘린더</a:t>
            </a:r>
          </a:p>
          <a:p xmlns:a="http://schemas.openxmlformats.org/drawingml/2006/main">
            <a:pPr algn="l">
              <a:defRPr sz="1013" b="1">
                <a:solidFill>
                  <a:srgbClr val="25241F"/>
                </a:solidFill>
                <a:latin typeface="Apple SD Gothic Neo"/>
                <a:ea typeface="Apple SD Gothic Neo"/>
                <a:cs typeface="Apple SD Gothic Neo"/>
              </a:defRPr>
            </a:pPr>
            <a:r>
              <a:rPr sz="1013" b="1">
                <a:solidFill>
                  <a:srgbClr val="25241F"/>
                </a:solidFill>
                <a:latin typeface="Apple SD Gothic Neo"/>
                <a:ea typeface="Apple SD Gothic Neo"/>
                <a:cs typeface="Apple SD Gothic Neo"/>
              </a:rPr>
              <a:t>(EventKit)</a:t>
            </a:r>
          </a:p>
        </p:txBody>
      </p:sp>
      <p:sp>
        <p:nvSpPr>
          <p:cNvPr id="37" name="swiftui-box">
            <a:extLst xmlns:a="http://schemas.openxmlformats.org/drawingml/2006/main">
              <a:ext uri="{FF2B5EF4-FFF2-40B4-BE49-F238E27FC236}">
                <a16:creationId xmlns:a16="http://schemas.microsoft.com/office/drawing/2014/main" id="{FA6B1616-B3D5-4F59-814F-0E244F87675C}"/>
              </a:ext>
            </a:extLst>
          </p:cNvPr>
          <p:cNvSpPr>
            <a:spLocks xmlns:a="http://schemas.openxmlformats.org/drawingml/2006/main" noGrp="1"/>
          </p:cNvSpPr>
          <p:nvPr/>
        </p:nvSpPr>
        <p:spPr>
          <a:xfrm xmlns:a="http://schemas.openxmlformats.org/drawingml/2006/main">
            <a:off x="4943475" y="2266950"/>
            <a:ext cx="1924050" cy="552450"/>
          </a:xfrm>
          <a:prstGeom xmlns:a="http://schemas.openxmlformats.org/drawingml/2006/main" prst="roundRect">
            <a:avLst>
              <a:gd name="adj" fmla="val 10345"/>
            </a:avLst>
          </a:prstGeom>
          <a:solidFill xmlns:a="http://schemas.openxmlformats.org/drawingml/2006/main">
            <a:srgbClr val="FFF8D8"/>
          </a:solidFill>
          <a:ln xmlns:a="http://schemas.openxmlformats.org/drawingml/2006/main" w="9525">
            <a:solidFill>
              <a:srgbClr val="FFCC00"/>
            </a:solidFill>
            <a:prstDash val="solid"/>
          </a:ln>
        </p:spPr>
      </p:sp>
      <p:sp>
        <p:nvSpPr>
          <p:cNvPr id="38" name="swiftui-title">
            <a:extLst xmlns:a="http://schemas.openxmlformats.org/drawingml/2006/main">
              <a:ext uri="{FF2B5EF4-FFF2-40B4-BE49-F238E27FC236}">
                <a16:creationId xmlns:a16="http://schemas.microsoft.com/office/drawing/2014/main" id="{299B2688-C0CE-425D-8607-3D884A54D614}"/>
              </a:ext>
            </a:extLst>
          </p:cNvPr>
          <p:cNvSpPr>
            <a:spLocks xmlns:a="http://schemas.openxmlformats.org/drawingml/2006/main" noGrp="1"/>
          </p:cNvSpPr>
          <p:nvPr/>
        </p:nvSpPr>
        <p:spPr>
          <a:xfrm xmlns:a="http://schemas.openxmlformats.org/drawingml/2006/main">
            <a:off x="5038725" y="2333625"/>
            <a:ext cx="1733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25241F"/>
                </a:solidFill>
                <a:latin typeface="Apple SD Gothic Neo"/>
                <a:ea typeface="Apple SD Gothic Neo"/>
                <a:cs typeface="Apple SD Gothic Neo"/>
              </a:defRPr>
            </a:pPr>
            <a:r>
              <a:rPr sz="1200" b="1">
                <a:solidFill>
                  <a:srgbClr val="25241F"/>
                </a:solidFill>
                <a:latin typeface="Apple SD Gothic Neo"/>
                <a:ea typeface="Apple SD Gothic Neo"/>
                <a:cs typeface="Apple SD Gothic Neo"/>
              </a:rPr>
              <a:t>KB Tune 앱</a:t>
            </a:r>
          </a:p>
        </p:txBody>
      </p:sp>
      <p:sp>
        <p:nvSpPr>
          <p:cNvPr id="39" name="swiftui-subtitle">
            <a:extLst xmlns:a="http://schemas.openxmlformats.org/drawingml/2006/main">
              <a:ext uri="{FF2B5EF4-FFF2-40B4-BE49-F238E27FC236}">
                <a16:creationId xmlns:a16="http://schemas.microsoft.com/office/drawing/2014/main" id="{37110970-EF42-4E91-B1FD-0AFE06FAF2B0}"/>
              </a:ext>
            </a:extLst>
          </p:cNvPr>
          <p:cNvSpPr>
            <a:spLocks xmlns:a="http://schemas.openxmlformats.org/drawingml/2006/main" noGrp="1"/>
          </p:cNvSpPr>
          <p:nvPr/>
        </p:nvSpPr>
        <p:spPr>
          <a:xfrm xmlns:a="http://schemas.openxmlformats.org/drawingml/2006/main">
            <a:off x="5038725" y="253365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747168"/>
                </a:solidFill>
                <a:latin typeface="Apple SD Gothic Neo"/>
                <a:ea typeface="Apple SD Gothic Neo"/>
                <a:cs typeface="Apple SD Gothic Neo"/>
              </a:defRPr>
            </a:pPr>
            <a:r>
              <a:rPr sz="900" b="0">
                <a:solidFill>
                  <a:srgbClr val="747168"/>
                </a:solidFill>
                <a:latin typeface="Apple SD Gothic Neo"/>
                <a:ea typeface="Apple SD Gothic Neo"/>
                <a:cs typeface="Apple SD Gothic Neo"/>
              </a:rPr>
              <a:t>SwiftUI</a:t>
            </a:r>
          </a:p>
        </p:txBody>
      </p:sp>
      <p:sp>
        <p:nvSpPr>
          <p:cNvPr id="40" name="budget-box">
            <a:extLst xmlns:a="http://schemas.openxmlformats.org/drawingml/2006/main">
              <a:ext uri="{FF2B5EF4-FFF2-40B4-BE49-F238E27FC236}">
                <a16:creationId xmlns:a16="http://schemas.microsoft.com/office/drawing/2014/main" id="{CD23392F-8C66-4F2B-A40F-8EA5A58895DE}"/>
              </a:ext>
            </a:extLst>
          </p:cNvPr>
          <p:cNvSpPr>
            <a:spLocks xmlns:a="http://schemas.openxmlformats.org/drawingml/2006/main" noGrp="1"/>
          </p:cNvSpPr>
          <p:nvPr/>
        </p:nvSpPr>
        <p:spPr>
          <a:xfrm xmlns:a="http://schemas.openxmlformats.org/drawingml/2006/main">
            <a:off x="4943475" y="2962275"/>
            <a:ext cx="1924050" cy="552450"/>
          </a:xfrm>
          <a:prstGeom xmlns:a="http://schemas.openxmlformats.org/drawingml/2006/main" prst="roundRect">
            <a:avLst>
              <a:gd name="adj" fmla="val 10345"/>
            </a:avLst>
          </a:prstGeom>
          <a:solidFill xmlns:a="http://schemas.openxmlformats.org/drawingml/2006/main">
            <a:srgbClr val="EEF6F0"/>
          </a:solidFill>
          <a:ln xmlns:a="http://schemas.openxmlformats.org/drawingml/2006/main" w="9525">
            <a:solidFill>
              <a:srgbClr val="3F8A55"/>
            </a:solidFill>
            <a:prstDash val="solid"/>
          </a:ln>
        </p:spPr>
      </p:sp>
      <p:sp>
        <p:nvSpPr>
          <p:cNvPr id="41" name="budget-title">
            <a:extLst xmlns:a="http://schemas.openxmlformats.org/drawingml/2006/main">
              <a:ext uri="{FF2B5EF4-FFF2-40B4-BE49-F238E27FC236}">
                <a16:creationId xmlns:a16="http://schemas.microsoft.com/office/drawing/2014/main" id="{4571A11C-8526-4CAC-81FA-EC037563E026}"/>
              </a:ext>
            </a:extLst>
          </p:cNvPr>
          <p:cNvSpPr>
            <a:spLocks xmlns:a="http://schemas.openxmlformats.org/drawingml/2006/main" noGrp="1"/>
          </p:cNvSpPr>
          <p:nvPr/>
        </p:nvSpPr>
        <p:spPr>
          <a:xfrm xmlns:a="http://schemas.openxmlformats.org/drawingml/2006/main">
            <a:off x="5038725" y="3028950"/>
            <a:ext cx="1733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F8A55"/>
                </a:solidFill>
                <a:latin typeface="Apple SD Gothic Neo"/>
                <a:ea typeface="Apple SD Gothic Neo"/>
                <a:cs typeface="Apple SD Gothic Neo"/>
              </a:defRPr>
            </a:pPr>
            <a:r>
              <a:rPr sz="1200" b="1">
                <a:solidFill>
                  <a:srgbClr val="3F8A55"/>
                </a:solidFill>
                <a:latin typeface="Apple SD Gothic Neo"/>
                <a:ea typeface="Apple SD Gothic Neo"/>
                <a:cs typeface="Apple SD Gothic Neo"/>
              </a:rPr>
              <a:t>BudgetEngine</a:t>
            </a:r>
          </a:p>
        </p:txBody>
      </p:sp>
      <p:sp>
        <p:nvSpPr>
          <p:cNvPr id="42" name="budget-subtitle">
            <a:extLst xmlns:a="http://schemas.openxmlformats.org/drawingml/2006/main">
              <a:ext uri="{FF2B5EF4-FFF2-40B4-BE49-F238E27FC236}">
                <a16:creationId xmlns:a16="http://schemas.microsoft.com/office/drawing/2014/main" id="{4D886A36-D47C-4E0C-95F8-F730E744186C}"/>
              </a:ext>
            </a:extLst>
          </p:cNvPr>
          <p:cNvSpPr>
            <a:spLocks xmlns:a="http://schemas.openxmlformats.org/drawingml/2006/main" noGrp="1"/>
          </p:cNvSpPr>
          <p:nvPr/>
        </p:nvSpPr>
        <p:spPr>
          <a:xfrm xmlns:a="http://schemas.openxmlformats.org/drawingml/2006/main">
            <a:off x="5038725" y="3228975"/>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747168"/>
                </a:solidFill>
                <a:latin typeface="Apple SD Gothic Neo"/>
                <a:ea typeface="Apple SD Gothic Neo"/>
                <a:cs typeface="Apple SD Gothic Neo"/>
              </a:defRPr>
            </a:pPr>
            <a:r>
              <a:rPr sz="900" b="0">
                <a:solidFill>
                  <a:srgbClr val="747168"/>
                </a:solidFill>
                <a:latin typeface="Apple SD Gothic Neo"/>
                <a:ea typeface="Apple SD Gothic Neo"/>
                <a:cs typeface="Apple SD Gothic Neo"/>
              </a:rPr>
              <a:t>결정론 계산 · iOS 포팅</a:t>
            </a:r>
          </a:p>
        </p:txBody>
      </p:sp>
      <p:sp>
        <p:nvSpPr>
          <p:cNvPr id="43" name="vision-box">
            <a:extLst xmlns:a="http://schemas.openxmlformats.org/drawingml/2006/main">
              <a:ext uri="{FF2B5EF4-FFF2-40B4-BE49-F238E27FC236}">
                <a16:creationId xmlns:a16="http://schemas.microsoft.com/office/drawing/2014/main" id="{E1E42E55-EEED-4F51-A58F-5BB2E73A62F6}"/>
              </a:ext>
            </a:extLst>
          </p:cNvPr>
          <p:cNvSpPr>
            <a:spLocks xmlns:a="http://schemas.openxmlformats.org/drawingml/2006/main" noGrp="1"/>
          </p:cNvSpPr>
          <p:nvPr/>
        </p:nvSpPr>
        <p:spPr>
          <a:xfrm xmlns:a="http://schemas.openxmlformats.org/drawingml/2006/main">
            <a:off x="4943475" y="3657600"/>
            <a:ext cx="1924050" cy="6096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E6E2D8"/>
            </a:solidFill>
            <a:prstDash val="solid"/>
          </a:ln>
        </p:spPr>
      </p:sp>
      <p:sp>
        <p:nvSpPr>
          <p:cNvPr id="44" name="vision-title">
            <a:extLst xmlns:a="http://schemas.openxmlformats.org/drawingml/2006/main">
              <a:ext uri="{FF2B5EF4-FFF2-40B4-BE49-F238E27FC236}">
                <a16:creationId xmlns:a16="http://schemas.microsoft.com/office/drawing/2014/main" id="{E2A8CEFE-D06B-452E-A925-ECA3C881D063}"/>
              </a:ext>
            </a:extLst>
          </p:cNvPr>
          <p:cNvSpPr>
            <a:spLocks xmlns:a="http://schemas.openxmlformats.org/drawingml/2006/main" noGrp="1"/>
          </p:cNvSpPr>
          <p:nvPr/>
        </p:nvSpPr>
        <p:spPr>
          <a:xfrm xmlns:a="http://schemas.openxmlformats.org/drawingml/2006/main">
            <a:off x="5038725" y="3724275"/>
            <a:ext cx="1733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5241F"/>
                </a:solidFill>
                <a:latin typeface="Apple SD Gothic Neo"/>
                <a:ea typeface="Apple SD Gothic Neo"/>
                <a:cs typeface="Apple SD Gothic Neo"/>
              </a:defRPr>
            </a:pPr>
            <a:r>
              <a:rPr sz="1125" b="1">
                <a:solidFill>
                  <a:srgbClr val="25241F"/>
                </a:solidFill>
                <a:latin typeface="Apple SD Gothic Neo"/>
                <a:ea typeface="Apple SD Gothic Neo"/>
                <a:cs typeface="Apple SD Gothic Neo"/>
              </a:rPr>
              <a:t>Apple Vision OCR</a:t>
            </a:r>
          </a:p>
        </p:txBody>
      </p:sp>
      <p:sp>
        <p:nvSpPr>
          <p:cNvPr id="45" name="vision-subtitle">
            <a:extLst xmlns:a="http://schemas.openxmlformats.org/drawingml/2006/main">
              <a:ext uri="{FF2B5EF4-FFF2-40B4-BE49-F238E27FC236}">
                <a16:creationId xmlns:a16="http://schemas.microsoft.com/office/drawing/2014/main" id="{9A96ACDE-6C45-437A-B4A5-B4C9AAD8A39A}"/>
              </a:ext>
            </a:extLst>
          </p:cNvPr>
          <p:cNvSpPr>
            <a:spLocks xmlns:a="http://schemas.openxmlformats.org/drawingml/2006/main" noGrp="1"/>
          </p:cNvSpPr>
          <p:nvPr/>
        </p:nvSpPr>
        <p:spPr>
          <a:xfrm xmlns:a="http://schemas.openxmlformats.org/drawingml/2006/main">
            <a:off x="5038725" y="39243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747168"/>
                </a:solidFill>
                <a:latin typeface="Apple SD Gothic Neo"/>
                <a:ea typeface="Apple SD Gothic Neo"/>
                <a:cs typeface="Apple SD Gothic Neo"/>
              </a:defRPr>
            </a:pPr>
            <a:r>
              <a:rPr sz="900" b="0">
                <a:solidFill>
                  <a:srgbClr val="747168"/>
                </a:solidFill>
                <a:latin typeface="Apple SD Gothic Neo"/>
                <a:ea typeface="Apple SD Gothic Neo"/>
                <a:cs typeface="Apple SD Gothic Neo"/>
              </a:rPr>
              <a:t>이미지 원본은 기기 안에서 처리</a:t>
            </a:r>
          </a:p>
        </p:txBody>
      </p:sp>
      <p:sp>
        <p:nvSpPr>
          <p:cNvPr id="46" name="storage-box">
            <a:extLst xmlns:a="http://schemas.openxmlformats.org/drawingml/2006/main">
              <a:ext uri="{FF2B5EF4-FFF2-40B4-BE49-F238E27FC236}">
                <a16:creationId xmlns:a16="http://schemas.microsoft.com/office/drawing/2014/main" id="{5EEA7FBE-A8B4-4B13-88BA-CE61D4E295DD}"/>
              </a:ext>
            </a:extLst>
          </p:cNvPr>
          <p:cNvSpPr>
            <a:spLocks xmlns:a="http://schemas.openxmlformats.org/drawingml/2006/main" noGrp="1"/>
          </p:cNvSpPr>
          <p:nvPr/>
        </p:nvSpPr>
        <p:spPr>
          <a:xfrm xmlns:a="http://schemas.openxmlformats.org/drawingml/2006/main">
            <a:off x="4943475" y="4410075"/>
            <a:ext cx="1924050" cy="6096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E6E2D8"/>
            </a:solidFill>
            <a:prstDash val="solid"/>
          </a:ln>
        </p:spPr>
      </p:sp>
      <p:sp>
        <p:nvSpPr>
          <p:cNvPr id="47" name="storage-title">
            <a:extLst xmlns:a="http://schemas.openxmlformats.org/drawingml/2006/main">
              <a:ext uri="{FF2B5EF4-FFF2-40B4-BE49-F238E27FC236}">
                <a16:creationId xmlns:a16="http://schemas.microsoft.com/office/drawing/2014/main" id="{629027B2-2AAD-423D-870B-203771265936}"/>
              </a:ext>
            </a:extLst>
          </p:cNvPr>
          <p:cNvSpPr>
            <a:spLocks xmlns:a="http://schemas.openxmlformats.org/drawingml/2006/main" noGrp="1"/>
          </p:cNvSpPr>
          <p:nvPr/>
        </p:nvSpPr>
        <p:spPr>
          <a:xfrm xmlns:a="http://schemas.openxmlformats.org/drawingml/2006/main">
            <a:off x="5038725" y="4476750"/>
            <a:ext cx="1733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5241F"/>
                </a:solidFill>
                <a:latin typeface="Apple SD Gothic Neo"/>
                <a:ea typeface="Apple SD Gothic Neo"/>
                <a:cs typeface="Apple SD Gothic Neo"/>
              </a:defRPr>
            </a:pPr>
            <a:r>
              <a:rPr sz="1125" b="1">
                <a:solidFill>
                  <a:srgbClr val="25241F"/>
                </a:solidFill>
                <a:latin typeface="Apple SD Gothic Neo"/>
                <a:ea typeface="Apple SD Gothic Neo"/>
                <a:cs typeface="Apple SD Gothic Neo"/>
              </a:rPr>
              <a:t>암호화 저장</a:t>
            </a:r>
          </a:p>
        </p:txBody>
      </p:sp>
      <p:sp>
        <p:nvSpPr>
          <p:cNvPr id="48" name="storage-subtitle">
            <a:extLst xmlns:a="http://schemas.openxmlformats.org/drawingml/2006/main">
              <a:ext uri="{FF2B5EF4-FFF2-40B4-BE49-F238E27FC236}">
                <a16:creationId xmlns:a16="http://schemas.microsoft.com/office/drawing/2014/main" id="{2C9043AC-D9DB-4905-AB4B-AA2BEF5C0664}"/>
              </a:ext>
            </a:extLst>
          </p:cNvPr>
          <p:cNvSpPr>
            <a:spLocks xmlns:a="http://schemas.openxmlformats.org/drawingml/2006/main" noGrp="1"/>
          </p:cNvSpPr>
          <p:nvPr/>
        </p:nvSpPr>
        <p:spPr>
          <a:xfrm xmlns:a="http://schemas.openxmlformats.org/drawingml/2006/main">
            <a:off x="5038725" y="4676775"/>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747168"/>
                </a:solidFill>
                <a:latin typeface="Apple SD Gothic Neo"/>
                <a:ea typeface="Apple SD Gothic Neo"/>
                <a:cs typeface="Apple SD Gothic Neo"/>
              </a:defRPr>
            </a:pPr>
            <a:r>
              <a:rPr sz="900" b="0">
                <a:solidFill>
                  <a:srgbClr val="747168"/>
                </a:solidFill>
                <a:latin typeface="Apple SD Gothic Neo"/>
                <a:ea typeface="Apple SD Gothic Neo"/>
                <a:cs typeface="Apple SD Gothic Neo"/>
              </a:rPr>
              <a:t>잠금 중 복호화 불가 · 최근 20장</a:t>
            </a:r>
          </a:p>
        </p:txBody>
      </p:sp>
      <p:sp>
        <p:nvSpPr>
          <p:cNvPr id="49" name="device-foot">
            <a:extLst xmlns:a="http://schemas.openxmlformats.org/drawingml/2006/main">
              <a:ext uri="{FF2B5EF4-FFF2-40B4-BE49-F238E27FC236}">
                <a16:creationId xmlns:a16="http://schemas.microsoft.com/office/drawing/2014/main" id="{3554FA21-2061-4238-9DA6-E92206FF4630}"/>
              </a:ext>
            </a:extLst>
          </p:cNvPr>
          <p:cNvSpPr>
            <a:spLocks xmlns:a="http://schemas.openxmlformats.org/drawingml/2006/main" noGrp="1"/>
          </p:cNvSpPr>
          <p:nvPr/>
        </p:nvSpPr>
        <p:spPr>
          <a:xfrm xmlns:a="http://schemas.openxmlformats.org/drawingml/2006/main">
            <a:off x="4943475" y="5172075"/>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38" b="1">
                <a:solidFill>
                  <a:srgbClr val="3F8A55"/>
                </a:solidFill>
                <a:latin typeface="Apple SD Gothic Neo"/>
                <a:ea typeface="Apple SD Gothic Neo"/>
                <a:cs typeface="Apple SD Gothic Neo"/>
              </a:defRPr>
            </a:pPr>
            <a:r>
              <a:rPr sz="938" b="1">
                <a:solidFill>
                  <a:srgbClr val="3F8A55"/>
                </a:solidFill>
                <a:latin typeface="Apple SD Gothic Neo"/>
                <a:ea typeface="Apple SD Gothic Neo"/>
                <a:cs typeface="Apple SD Gothic Neo"/>
              </a:rPr>
              <a:t>서버 미연결 시에도 동일한 예산 계산</a:t>
            </a:r>
          </a:p>
        </p:txBody>
      </p:sp>
      <p:sp>
        <p:nvSpPr>
          <p:cNvPr id="50" name="backend-boundary">
            <a:extLst xmlns:a="http://schemas.openxmlformats.org/drawingml/2006/main">
              <a:ext uri="{FF2B5EF4-FFF2-40B4-BE49-F238E27FC236}">
                <a16:creationId xmlns:a16="http://schemas.microsoft.com/office/drawing/2014/main" id="{25C9E4C8-2A30-4A0E-835C-FCA739E21F2F}"/>
              </a:ext>
            </a:extLst>
          </p:cNvPr>
          <p:cNvSpPr>
            <a:spLocks xmlns:a="http://schemas.openxmlformats.org/drawingml/2006/main" noGrp="1"/>
          </p:cNvSpPr>
          <p:nvPr/>
        </p:nvSpPr>
        <p:spPr>
          <a:xfrm xmlns:a="http://schemas.openxmlformats.org/drawingml/2006/main">
            <a:off x="7362825" y="971550"/>
            <a:ext cx="2571750" cy="45529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E6E2D8"/>
            </a:solidFill>
            <a:prstDash val="solid"/>
          </a:ln>
        </p:spPr>
      </p:sp>
      <p:sp>
        <p:nvSpPr>
          <p:cNvPr id="51" name="backend-title">
            <a:extLst xmlns:a="http://schemas.openxmlformats.org/drawingml/2006/main">
              <a:ext uri="{FF2B5EF4-FFF2-40B4-BE49-F238E27FC236}">
                <a16:creationId xmlns:a16="http://schemas.microsoft.com/office/drawing/2014/main" id="{308924EA-0AEA-405B-91C2-2B5E1C0164F8}"/>
              </a:ext>
            </a:extLst>
          </p:cNvPr>
          <p:cNvSpPr>
            <a:spLocks xmlns:a="http://schemas.openxmlformats.org/drawingml/2006/main" noGrp="1"/>
          </p:cNvSpPr>
          <p:nvPr/>
        </p:nvSpPr>
        <p:spPr>
          <a:xfrm xmlns:a="http://schemas.openxmlformats.org/drawingml/2006/main">
            <a:off x="7524750" y="1123950"/>
            <a:ext cx="2247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a:solidFill>
                  <a:srgbClr val="25241F"/>
                </a:solidFill>
                <a:latin typeface="Apple SD Gothic Neo"/>
                <a:ea typeface="Apple SD Gothic Neo"/>
                <a:cs typeface="Apple SD Gothic Neo"/>
              </a:defRPr>
            </a:pPr>
            <a:r>
              <a:rPr sz="1275" b="1">
                <a:solidFill>
                  <a:srgbClr val="25241F"/>
                </a:solidFill>
                <a:latin typeface="Apple SD Gothic Neo"/>
                <a:ea typeface="Apple SD Gothic Neo"/>
                <a:cs typeface="Apple SD Gothic Neo"/>
              </a:rPr>
              <a:t>B  백엔드 (FastAPI)</a:t>
            </a:r>
          </a:p>
        </p:txBody>
      </p:sp>
      <p:sp>
        <p:nvSpPr>
          <p:cNvPr id="52" name="backend-subtitle">
            <a:extLst xmlns:a="http://schemas.openxmlformats.org/drawingml/2006/main">
              <a:ext uri="{FF2B5EF4-FFF2-40B4-BE49-F238E27FC236}">
                <a16:creationId xmlns:a16="http://schemas.microsoft.com/office/drawing/2014/main" id="{368EB4B6-162A-4112-89A5-7F3D1F5A0024}"/>
              </a:ext>
            </a:extLst>
          </p:cNvPr>
          <p:cNvSpPr>
            <a:spLocks xmlns:a="http://schemas.openxmlformats.org/drawingml/2006/main" noGrp="1"/>
          </p:cNvSpPr>
          <p:nvPr/>
        </p:nvSpPr>
        <p:spPr>
          <a:xfrm xmlns:a="http://schemas.openxmlformats.org/drawingml/2006/main">
            <a:off x="7524750" y="1381125"/>
            <a:ext cx="22479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38" b="0">
                <a:solidFill>
                  <a:srgbClr val="747168"/>
                </a:solidFill>
                <a:latin typeface="Apple SD Gothic Neo"/>
                <a:ea typeface="Apple SD Gothic Neo"/>
                <a:cs typeface="Apple SD Gothic Neo"/>
              </a:defRPr>
            </a:pPr>
            <a:r>
              <a:rPr sz="938" b="0">
                <a:solidFill>
                  <a:srgbClr val="747168"/>
                </a:solidFill>
                <a:latin typeface="Apple SD Gothic Neo"/>
                <a:ea typeface="Apple SD Gothic Neo"/>
                <a:cs typeface="Apple SD Gothic Neo"/>
              </a:rPr>
              <a:t>요청마다 계산하는 무상태 API</a:t>
            </a:r>
          </a:p>
        </p:txBody>
      </p:sp>
      <p:sp>
        <p:nvSpPr>
          <p:cNvPr id="53" name="security-box">
            <a:extLst xmlns:a="http://schemas.openxmlformats.org/drawingml/2006/main">
              <a:ext uri="{FF2B5EF4-FFF2-40B4-BE49-F238E27FC236}">
                <a16:creationId xmlns:a16="http://schemas.microsoft.com/office/drawing/2014/main" id="{0B8992BC-9D83-4D4A-A7A4-AA3E956CF4F7}"/>
              </a:ext>
            </a:extLst>
          </p:cNvPr>
          <p:cNvSpPr>
            <a:spLocks xmlns:a="http://schemas.openxmlformats.org/drawingml/2006/main" noGrp="1"/>
          </p:cNvSpPr>
          <p:nvPr/>
        </p:nvSpPr>
        <p:spPr>
          <a:xfrm xmlns:a="http://schemas.openxmlformats.org/drawingml/2006/main">
            <a:off x="7534275" y="1685925"/>
            <a:ext cx="2228850" cy="4762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E6E2D8"/>
            </a:solidFill>
            <a:prstDash val="solid"/>
          </a:ln>
        </p:spPr>
      </p:sp>
      <p:sp>
        <p:nvSpPr>
          <p:cNvPr id="54" name="security-title">
            <a:extLst xmlns:a="http://schemas.openxmlformats.org/drawingml/2006/main">
              <a:ext uri="{FF2B5EF4-FFF2-40B4-BE49-F238E27FC236}">
                <a16:creationId xmlns:a16="http://schemas.microsoft.com/office/drawing/2014/main" id="{618B431E-5802-4CD6-A796-2AFC88208BDF}"/>
              </a:ext>
            </a:extLst>
          </p:cNvPr>
          <p:cNvSpPr>
            <a:spLocks xmlns:a="http://schemas.openxmlformats.org/drawingml/2006/main" noGrp="1"/>
          </p:cNvSpPr>
          <p:nvPr/>
        </p:nvSpPr>
        <p:spPr>
          <a:xfrm xmlns:a="http://schemas.openxmlformats.org/drawingml/2006/main">
            <a:off x="7629525" y="1752600"/>
            <a:ext cx="20383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1">
                <a:solidFill>
                  <a:srgbClr val="25241F"/>
                </a:solidFill>
                <a:latin typeface="Apple SD Gothic Neo"/>
                <a:ea typeface="Apple SD Gothic Neo"/>
                <a:cs typeface="Apple SD Gothic Neo"/>
              </a:defRPr>
            </a:pPr>
            <a:r>
              <a:rPr sz="1088" b="1">
                <a:solidFill>
                  <a:srgbClr val="25241F"/>
                </a:solidFill>
                <a:latin typeface="Apple SD Gothic Neo"/>
                <a:ea typeface="Apple SD Gothic Neo"/>
                <a:cs typeface="Apple SD Gothic Neo"/>
              </a:rPr>
              <a:t>1  보안 계층</a:t>
            </a:r>
          </a:p>
        </p:txBody>
      </p:sp>
      <p:sp>
        <p:nvSpPr>
          <p:cNvPr id="55" name="security-subtitle">
            <a:extLst xmlns:a="http://schemas.openxmlformats.org/drawingml/2006/main">
              <a:ext uri="{FF2B5EF4-FFF2-40B4-BE49-F238E27FC236}">
                <a16:creationId xmlns:a16="http://schemas.microsoft.com/office/drawing/2014/main" id="{F8C8CD8B-06E4-4733-907E-CB9A86F5F1A4}"/>
              </a:ext>
            </a:extLst>
          </p:cNvPr>
          <p:cNvSpPr>
            <a:spLocks xmlns:a="http://schemas.openxmlformats.org/drawingml/2006/main" noGrp="1"/>
          </p:cNvSpPr>
          <p:nvPr/>
        </p:nvSpPr>
        <p:spPr>
          <a:xfrm xmlns:a="http://schemas.openxmlformats.org/drawingml/2006/main">
            <a:off x="7629525" y="1952625"/>
            <a:ext cx="2038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a:solidFill>
                  <a:srgbClr val="747168"/>
                </a:solidFill>
                <a:latin typeface="Apple SD Gothic Neo"/>
                <a:ea typeface="Apple SD Gothic Neo"/>
                <a:cs typeface="Apple SD Gothic Neo"/>
              </a:defRPr>
            </a:pPr>
            <a:r>
              <a:rPr sz="863" b="0">
                <a:solidFill>
                  <a:srgbClr val="747168"/>
                </a:solidFill>
                <a:latin typeface="Apple SD Gothic Neo"/>
                <a:ea typeface="Apple SD Gothic Neo"/>
                <a:cs typeface="Apple SD Gothic Neo"/>
              </a:rPr>
              <a:t>인증 · 속도 제한 · 본문 크기 제한 · CORS 차단</a:t>
            </a:r>
          </a:p>
        </p:txBody>
      </p:sp>
      <p:sp>
        <p:nvSpPr>
          <p:cNvPr id="56" name="deterministic-box">
            <a:extLst xmlns:a="http://schemas.openxmlformats.org/drawingml/2006/main">
              <a:ext uri="{FF2B5EF4-FFF2-40B4-BE49-F238E27FC236}">
                <a16:creationId xmlns:a16="http://schemas.microsoft.com/office/drawing/2014/main" id="{53FBB4A6-AED4-4E5D-A481-7EE44A75F11E}"/>
              </a:ext>
            </a:extLst>
          </p:cNvPr>
          <p:cNvSpPr>
            <a:spLocks xmlns:a="http://schemas.openxmlformats.org/drawingml/2006/main" noGrp="1"/>
          </p:cNvSpPr>
          <p:nvPr/>
        </p:nvSpPr>
        <p:spPr>
          <a:xfrm xmlns:a="http://schemas.openxmlformats.org/drawingml/2006/main">
            <a:off x="7534275" y="2362200"/>
            <a:ext cx="2228850" cy="666750"/>
          </a:xfrm>
          <a:prstGeom xmlns:a="http://schemas.openxmlformats.org/drawingml/2006/main" prst="roundRect">
            <a:avLst>
              <a:gd name="adj" fmla="val 8571"/>
            </a:avLst>
          </a:prstGeom>
          <a:solidFill xmlns:a="http://schemas.openxmlformats.org/drawingml/2006/main">
            <a:srgbClr val="EEF6F0"/>
          </a:solidFill>
          <a:ln xmlns:a="http://schemas.openxmlformats.org/drawingml/2006/main" w="9525">
            <a:solidFill>
              <a:srgbClr val="3F8A55"/>
            </a:solidFill>
            <a:prstDash val="solid"/>
          </a:ln>
        </p:spPr>
      </p:sp>
      <p:sp>
        <p:nvSpPr>
          <p:cNvPr id="57" name="deterministic-title">
            <a:extLst xmlns:a="http://schemas.openxmlformats.org/drawingml/2006/main">
              <a:ext uri="{FF2B5EF4-FFF2-40B4-BE49-F238E27FC236}">
                <a16:creationId xmlns:a16="http://schemas.microsoft.com/office/drawing/2014/main" id="{57061C10-2A22-4EDE-A7DB-29A0E92952B5}"/>
              </a:ext>
            </a:extLst>
          </p:cNvPr>
          <p:cNvSpPr>
            <a:spLocks xmlns:a="http://schemas.openxmlformats.org/drawingml/2006/main" noGrp="1"/>
          </p:cNvSpPr>
          <p:nvPr/>
        </p:nvSpPr>
        <p:spPr>
          <a:xfrm xmlns:a="http://schemas.openxmlformats.org/drawingml/2006/main">
            <a:off x="7629525" y="2428875"/>
            <a:ext cx="20383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F8A55"/>
                </a:solidFill>
                <a:latin typeface="Apple SD Gothic Neo"/>
                <a:ea typeface="Apple SD Gothic Neo"/>
                <a:cs typeface="Apple SD Gothic Neo"/>
              </a:defRPr>
            </a:pPr>
            <a:r>
              <a:rPr sz="1200" b="1">
                <a:solidFill>
                  <a:srgbClr val="3F8A55"/>
                </a:solidFill>
                <a:latin typeface="Apple SD Gothic Neo"/>
                <a:ea typeface="Apple SD Gothic Neo"/>
                <a:cs typeface="Apple SD Gothic Neo"/>
              </a:rPr>
              <a:t>2  결정론 엔진</a:t>
            </a:r>
          </a:p>
        </p:txBody>
      </p:sp>
      <p:sp>
        <p:nvSpPr>
          <p:cNvPr id="58" name="deterministic-subtitle">
            <a:extLst xmlns:a="http://schemas.openxmlformats.org/drawingml/2006/main">
              <a:ext uri="{FF2B5EF4-FFF2-40B4-BE49-F238E27FC236}">
                <a16:creationId xmlns:a16="http://schemas.microsoft.com/office/drawing/2014/main" id="{C0A50B98-25C6-4B49-B954-2F6C3C165799}"/>
              </a:ext>
            </a:extLst>
          </p:cNvPr>
          <p:cNvSpPr>
            <a:spLocks xmlns:a="http://schemas.openxmlformats.org/drawingml/2006/main" noGrp="1"/>
          </p:cNvSpPr>
          <p:nvPr/>
        </p:nvSpPr>
        <p:spPr>
          <a:xfrm xmlns:a="http://schemas.openxmlformats.org/drawingml/2006/main">
            <a:off x="7629525" y="2628900"/>
            <a:ext cx="2038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38" b="0">
                <a:solidFill>
                  <a:srgbClr val="747168"/>
                </a:solidFill>
                <a:latin typeface="Apple SD Gothic Neo"/>
                <a:ea typeface="Apple SD Gothic Neo"/>
                <a:cs typeface="Apple SD Gothic Neo"/>
              </a:defRPr>
            </a:pPr>
            <a:r>
              <a:rPr sz="938" b="0">
                <a:solidFill>
                  <a:srgbClr val="747168"/>
                </a:solidFill>
                <a:latin typeface="Apple SD Gothic Neo"/>
                <a:ea typeface="Apple SD Gothic Neo"/>
                <a:cs typeface="Apple SD Gothic Neo"/>
              </a:rPr>
              <a:t>예산 · 확률 · 위험 · 다음 달 예측</a:t>
            </a:r>
          </a:p>
        </p:txBody>
      </p:sp>
      <p:sp>
        <p:nvSpPr>
          <p:cNvPr id="59" name="llm-layer-box">
            <a:extLst xmlns:a="http://schemas.openxmlformats.org/drawingml/2006/main">
              <a:ext uri="{FF2B5EF4-FFF2-40B4-BE49-F238E27FC236}">
                <a16:creationId xmlns:a16="http://schemas.microsoft.com/office/drawing/2014/main" id="{306A666E-34DC-4554-B77C-AB6F78E3667B}"/>
              </a:ext>
            </a:extLst>
          </p:cNvPr>
          <p:cNvSpPr>
            <a:spLocks xmlns:a="http://schemas.openxmlformats.org/drawingml/2006/main" noGrp="1"/>
          </p:cNvSpPr>
          <p:nvPr/>
        </p:nvSpPr>
        <p:spPr>
          <a:xfrm xmlns:a="http://schemas.openxmlformats.org/drawingml/2006/main">
            <a:off x="7534275" y="3228975"/>
            <a:ext cx="2228850" cy="647700"/>
          </a:xfrm>
          <a:prstGeom xmlns:a="http://schemas.openxmlformats.org/drawingml/2006/main" prst="roundRect">
            <a:avLst>
              <a:gd name="adj" fmla="val 8824"/>
            </a:avLst>
          </a:prstGeom>
          <a:solidFill xmlns:a="http://schemas.openxmlformats.org/drawingml/2006/main">
            <a:srgbClr val="FFFFFF"/>
          </a:solidFill>
          <a:ln xmlns:a="http://schemas.openxmlformats.org/drawingml/2006/main" w="9525">
            <a:solidFill>
              <a:srgbClr val="E6E2D8"/>
            </a:solidFill>
            <a:prstDash val="solid"/>
          </a:ln>
        </p:spPr>
      </p:sp>
      <p:sp>
        <p:nvSpPr>
          <p:cNvPr id="60" name="llm-layer-title">
            <a:extLst xmlns:a="http://schemas.openxmlformats.org/drawingml/2006/main">
              <a:ext uri="{FF2B5EF4-FFF2-40B4-BE49-F238E27FC236}">
                <a16:creationId xmlns:a16="http://schemas.microsoft.com/office/drawing/2014/main" id="{DA99FDD6-894F-4CEA-88C0-180B8A9BF983}"/>
              </a:ext>
            </a:extLst>
          </p:cNvPr>
          <p:cNvSpPr>
            <a:spLocks xmlns:a="http://schemas.openxmlformats.org/drawingml/2006/main" noGrp="1"/>
          </p:cNvSpPr>
          <p:nvPr/>
        </p:nvSpPr>
        <p:spPr>
          <a:xfrm xmlns:a="http://schemas.openxmlformats.org/drawingml/2006/main">
            <a:off x="7629525" y="3295650"/>
            <a:ext cx="20383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25241F"/>
                </a:solidFill>
                <a:latin typeface="Apple SD Gothic Neo"/>
                <a:ea typeface="Apple SD Gothic Neo"/>
                <a:cs typeface="Apple SD Gothic Neo"/>
              </a:defRPr>
            </a:pPr>
            <a:r>
              <a:rPr sz="1200" b="1">
                <a:solidFill>
                  <a:srgbClr val="25241F"/>
                </a:solidFill>
                <a:latin typeface="Apple SD Gothic Neo"/>
                <a:ea typeface="Apple SD Gothic Neo"/>
                <a:cs typeface="Apple SD Gothic Neo"/>
              </a:rPr>
              <a:t>3  LLM 계층</a:t>
            </a:r>
          </a:p>
        </p:txBody>
      </p:sp>
      <p:sp>
        <p:nvSpPr>
          <p:cNvPr id="61" name="llm-layer-subtitle">
            <a:extLst xmlns:a="http://schemas.openxmlformats.org/drawingml/2006/main">
              <a:ext uri="{FF2B5EF4-FFF2-40B4-BE49-F238E27FC236}">
                <a16:creationId xmlns:a16="http://schemas.microsoft.com/office/drawing/2014/main" id="{8B3A8382-31B1-4D60-B0D6-EEC43924B2DF}"/>
              </a:ext>
            </a:extLst>
          </p:cNvPr>
          <p:cNvSpPr>
            <a:spLocks xmlns:a="http://schemas.openxmlformats.org/drawingml/2006/main" noGrp="1"/>
          </p:cNvSpPr>
          <p:nvPr/>
        </p:nvSpPr>
        <p:spPr>
          <a:xfrm xmlns:a="http://schemas.openxmlformats.org/drawingml/2006/main">
            <a:off x="7629525" y="3495675"/>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38" b="0">
                <a:solidFill>
                  <a:srgbClr val="747168"/>
                </a:solidFill>
                <a:latin typeface="Apple SD Gothic Neo"/>
                <a:ea typeface="Apple SD Gothic Neo"/>
                <a:cs typeface="Apple SD Gothic Neo"/>
              </a:defRPr>
            </a:pPr>
            <a:r>
              <a:rPr sz="938" b="0">
                <a:solidFill>
                  <a:srgbClr val="747168"/>
                </a:solidFill>
                <a:latin typeface="Apple SD Gothic Neo"/>
                <a:ea typeface="Apple SD Gothic Neo"/>
                <a:cs typeface="Apple SD Gothic Neo"/>
              </a:rPr>
              <a:t>프롬프트 조립 + 주입 방어</a:t>
            </a:r>
          </a:p>
        </p:txBody>
      </p:sp>
      <p:sp>
        <p:nvSpPr>
          <p:cNvPr id="62" name="groundedness-box">
            <a:extLst xmlns:a="http://schemas.openxmlformats.org/drawingml/2006/main">
              <a:ext uri="{FF2B5EF4-FFF2-40B4-BE49-F238E27FC236}">
                <a16:creationId xmlns:a16="http://schemas.microsoft.com/office/drawing/2014/main" id="{25B96101-B5B3-42CE-941D-DACA2B0EED9C}"/>
              </a:ext>
            </a:extLst>
          </p:cNvPr>
          <p:cNvSpPr>
            <a:spLocks xmlns:a="http://schemas.openxmlformats.org/drawingml/2006/main" noGrp="1"/>
          </p:cNvSpPr>
          <p:nvPr/>
        </p:nvSpPr>
        <p:spPr>
          <a:xfrm xmlns:a="http://schemas.openxmlformats.org/drawingml/2006/main">
            <a:off x="7534275" y="4086225"/>
            <a:ext cx="2228850" cy="666750"/>
          </a:xfrm>
          <a:prstGeom xmlns:a="http://schemas.openxmlformats.org/drawingml/2006/main" prst="roundRect">
            <a:avLst>
              <a:gd name="adj" fmla="val 8571"/>
            </a:avLst>
          </a:prstGeom>
          <a:solidFill xmlns:a="http://schemas.openxmlformats.org/drawingml/2006/main">
            <a:srgbClr val="EEF6F0"/>
          </a:solidFill>
          <a:ln xmlns:a="http://schemas.openxmlformats.org/drawingml/2006/main" w="9525">
            <a:solidFill>
              <a:srgbClr val="3F8A55"/>
            </a:solidFill>
            <a:prstDash val="solid"/>
          </a:ln>
        </p:spPr>
      </p:sp>
      <p:sp>
        <p:nvSpPr>
          <p:cNvPr id="63" name="groundedness-title">
            <a:extLst xmlns:a="http://schemas.openxmlformats.org/drawingml/2006/main">
              <a:ext uri="{FF2B5EF4-FFF2-40B4-BE49-F238E27FC236}">
                <a16:creationId xmlns:a16="http://schemas.microsoft.com/office/drawing/2014/main" id="{571C7D9C-BC51-4379-92C7-C25378A9B603}"/>
              </a:ext>
            </a:extLst>
          </p:cNvPr>
          <p:cNvSpPr>
            <a:spLocks xmlns:a="http://schemas.openxmlformats.org/drawingml/2006/main" noGrp="1"/>
          </p:cNvSpPr>
          <p:nvPr/>
        </p:nvSpPr>
        <p:spPr>
          <a:xfrm xmlns:a="http://schemas.openxmlformats.org/drawingml/2006/main">
            <a:off x="7629525" y="4152900"/>
            <a:ext cx="20383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a:solidFill>
                  <a:srgbClr val="3F8A55"/>
                </a:solidFill>
                <a:latin typeface="Apple SD Gothic Neo"/>
                <a:ea typeface="Apple SD Gothic Neo"/>
                <a:cs typeface="Apple SD Gothic Neo"/>
              </a:defRPr>
            </a:pPr>
            <a:r>
              <a:rPr sz="1163" b="1">
                <a:solidFill>
                  <a:srgbClr val="3F8A55"/>
                </a:solidFill>
                <a:latin typeface="Apple SD Gothic Neo"/>
                <a:ea typeface="Apple SD Gothic Neo"/>
                <a:cs typeface="Apple SD Gothic Neo"/>
              </a:rPr>
              <a:t>4  groundedness 검증</a:t>
            </a:r>
          </a:p>
        </p:txBody>
      </p:sp>
      <p:sp>
        <p:nvSpPr>
          <p:cNvPr id="64" name="groundedness-subtitle">
            <a:extLst xmlns:a="http://schemas.openxmlformats.org/drawingml/2006/main">
              <a:ext uri="{FF2B5EF4-FFF2-40B4-BE49-F238E27FC236}">
                <a16:creationId xmlns:a16="http://schemas.microsoft.com/office/drawing/2014/main" id="{9F353B10-F0AC-4BC5-B863-86918BE82B4C}"/>
              </a:ext>
            </a:extLst>
          </p:cNvPr>
          <p:cNvSpPr>
            <a:spLocks xmlns:a="http://schemas.openxmlformats.org/drawingml/2006/main" noGrp="1"/>
          </p:cNvSpPr>
          <p:nvPr/>
        </p:nvSpPr>
        <p:spPr>
          <a:xfrm xmlns:a="http://schemas.openxmlformats.org/drawingml/2006/main">
            <a:off x="7629525" y="4352925"/>
            <a:ext cx="2038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38" b="0">
                <a:solidFill>
                  <a:srgbClr val="747168"/>
                </a:solidFill>
                <a:latin typeface="Apple SD Gothic Neo"/>
                <a:ea typeface="Apple SD Gothic Neo"/>
                <a:cs typeface="Apple SD Gothic Neo"/>
              </a:defRPr>
            </a:pPr>
            <a:r>
              <a:rPr sz="938" b="0">
                <a:solidFill>
                  <a:srgbClr val="747168"/>
                </a:solidFill>
                <a:latin typeface="Apple SD Gothic Neo"/>
                <a:ea typeface="Apple SD Gothic Neo"/>
                <a:cs typeface="Apple SD Gothic Neo"/>
              </a:rPr>
              <a:t>엔진이 내지 않은 숫자 차단</a:t>
            </a:r>
          </a:p>
        </p:txBody>
      </p:sp>
      <p:sp>
        <p:nvSpPr>
          <p:cNvPr id="65" name="response-label">
            <a:extLst xmlns:a="http://schemas.openxmlformats.org/drawingml/2006/main">
              <a:ext uri="{FF2B5EF4-FFF2-40B4-BE49-F238E27FC236}">
                <a16:creationId xmlns:a16="http://schemas.microsoft.com/office/drawing/2014/main" id="{8C75CF01-18CC-4720-B912-4A1397033C34}"/>
              </a:ext>
            </a:extLst>
          </p:cNvPr>
          <p:cNvSpPr>
            <a:spLocks xmlns:a="http://schemas.openxmlformats.org/drawingml/2006/main" noGrp="1"/>
          </p:cNvSpPr>
          <p:nvPr/>
        </p:nvSpPr>
        <p:spPr>
          <a:xfrm xmlns:a="http://schemas.openxmlformats.org/drawingml/2006/main">
            <a:off x="7677150" y="52197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63" b="1">
                <a:solidFill>
                  <a:srgbClr val="3F8A55"/>
                </a:solidFill>
                <a:latin typeface="Apple SD Gothic Neo"/>
                <a:ea typeface="Apple SD Gothic Neo"/>
                <a:cs typeface="Apple SD Gothic Neo"/>
              </a:defRPr>
            </a:pPr>
            <a:r>
              <a:rPr sz="863" b="1">
                <a:solidFill>
                  <a:srgbClr val="3F8A55"/>
                </a:solidFill>
                <a:latin typeface="Apple SD Gothic Neo"/>
                <a:ea typeface="Apple SD Gothic Neo"/>
                <a:cs typeface="Apple SD Gothic Neo"/>
              </a:rPr>
              <a:t>검증된 응답</a:t>
            </a:r>
          </a:p>
        </p:txBody>
      </p:sp>
      <p:sp>
        <p:nvSpPr>
          <p:cNvPr id="66" name="database-none">
            <a:extLst xmlns:a="http://schemas.openxmlformats.org/drawingml/2006/main">
              <a:ext uri="{FF2B5EF4-FFF2-40B4-BE49-F238E27FC236}">
                <a16:creationId xmlns:a16="http://schemas.microsoft.com/office/drawing/2014/main" id="{C6ADB3D9-E4F4-440B-9F5A-1EC471DA9F3C}"/>
              </a:ext>
            </a:extLst>
          </p:cNvPr>
          <p:cNvSpPr>
            <a:spLocks xmlns:a="http://schemas.openxmlformats.org/drawingml/2006/main" noGrp="1"/>
          </p:cNvSpPr>
          <p:nvPr/>
        </p:nvSpPr>
        <p:spPr>
          <a:xfrm xmlns:a="http://schemas.openxmlformats.org/drawingml/2006/main">
            <a:off x="7534275" y="5753100"/>
            <a:ext cx="2228850" cy="428625"/>
          </a:xfrm>
          <a:prstGeom xmlns:a="http://schemas.openxmlformats.org/drawingml/2006/main" prst="roundRect">
            <a:avLst>
              <a:gd name="adj" fmla="val 13333"/>
            </a:avLst>
          </a:prstGeom>
          <a:solidFill xmlns:a="http://schemas.openxmlformats.org/drawingml/2006/main">
            <a:srgbClr val="FAF9F6"/>
          </a:solidFill>
          <a:ln xmlns:a="http://schemas.openxmlformats.org/drawingml/2006/main" w="9525">
            <a:solidFill>
              <a:srgbClr val="747168"/>
            </a:solidFill>
            <a:prstDash val="dash"/>
          </a:ln>
        </p:spPr>
      </p:sp>
      <p:sp>
        <p:nvSpPr>
          <p:cNvPr id="67" name="database-none-text">
            <a:extLst xmlns:a="http://schemas.openxmlformats.org/drawingml/2006/main">
              <a:ext uri="{FF2B5EF4-FFF2-40B4-BE49-F238E27FC236}">
                <a16:creationId xmlns:a16="http://schemas.microsoft.com/office/drawing/2014/main" id="{4E828436-5BAA-4139-B3F7-A22519D3AC4B}"/>
              </a:ext>
            </a:extLst>
          </p:cNvPr>
          <p:cNvSpPr>
            <a:spLocks xmlns:a="http://schemas.openxmlformats.org/drawingml/2006/main" noGrp="1"/>
          </p:cNvSpPr>
          <p:nvPr/>
        </p:nvSpPr>
        <p:spPr>
          <a:xfrm xmlns:a="http://schemas.openxmlformats.org/drawingml/2006/main">
            <a:off x="7648575" y="58483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385"/>
          </a:bodyPr>
          <a:lstStyle xmlns:a="http://schemas.openxmlformats.org/drawingml/2006/main"/>
          <a:p xmlns:a="http://schemas.openxmlformats.org/drawingml/2006/main">
            <a:pPr algn="ctr">
              <a:defRPr sz="1013" b="1">
                <a:solidFill>
                  <a:srgbClr val="747168"/>
                </a:solidFill>
                <a:latin typeface="Apple SD Gothic Neo"/>
                <a:ea typeface="Apple SD Gothic Neo"/>
                <a:cs typeface="Apple SD Gothic Neo"/>
              </a:defRPr>
            </a:pPr>
            <a:r>
              <a:rPr sz="1013" b="1">
                <a:solidFill>
                  <a:srgbClr val="747168"/>
                </a:solidFill>
                <a:latin typeface="Apple SD Gothic Neo"/>
                <a:ea typeface="Apple SD Gothic Neo"/>
                <a:cs typeface="Apple SD Gothic Neo"/>
              </a:rPr>
              <a:t>D  Database 없음 — 무상태(stateless)</a:t>
            </a:r>
          </a:p>
        </p:txBody>
      </p:sp>
      <p:sp>
        <p:nvSpPr>
          <p:cNvPr id="68" name="backend-to-stateless">
            <a:extLst xmlns:a="http://schemas.openxmlformats.org/drawingml/2006/main">
              <a:ext uri="{FF2B5EF4-FFF2-40B4-BE49-F238E27FC236}">
                <a16:creationId xmlns:a16="http://schemas.microsoft.com/office/drawing/2014/main" id="{7BB9B87D-C91F-4441-99E8-FC5657BFB908}"/>
              </a:ext>
            </a:extLst>
          </p:cNvPr>
          <p:cNvSpPr>
            <a:spLocks xmlns:a="http://schemas.openxmlformats.org/drawingml/2006/main" noGrp="1"/>
          </p:cNvSpPr>
          <p:nvPr/>
        </p:nvSpPr>
        <p:spPr>
          <a:xfrm xmlns:a="http://schemas.openxmlformats.org/drawingml/2006/main">
            <a:off x="8648700" y="5524500"/>
            <a:ext cx="0" cy="228600"/>
          </a:xfrm>
          <a:prstGeom xmlns:a="http://schemas.openxmlformats.org/drawingml/2006/main" prst="line">
            <a:avLst/>
          </a:prstGeom>
          <a:noFill xmlns:a="http://schemas.openxmlformats.org/drawingml/2006/main"/>
          <a:ln xmlns:a="http://schemas.openxmlformats.org/drawingml/2006/main" w="10478">
            <a:solidFill>
              <a:srgbClr val="747168"/>
            </a:solidFill>
            <a:prstDash val="dash"/>
          </a:ln>
        </p:spPr>
      </p:sp>
      <p:sp>
        <p:nvSpPr>
          <p:cNvPr id="69" name="model-boundary">
            <a:extLst xmlns:a="http://schemas.openxmlformats.org/drawingml/2006/main">
              <a:ext uri="{FF2B5EF4-FFF2-40B4-BE49-F238E27FC236}">
                <a16:creationId xmlns:a16="http://schemas.microsoft.com/office/drawing/2014/main" id="{8E4FD718-8AB8-42D7-BDE0-3406F0AE8755}"/>
              </a:ext>
            </a:extLst>
          </p:cNvPr>
          <p:cNvSpPr>
            <a:spLocks xmlns:a="http://schemas.openxmlformats.org/drawingml/2006/main" noGrp="1"/>
          </p:cNvSpPr>
          <p:nvPr/>
        </p:nvSpPr>
        <p:spPr>
          <a:xfrm xmlns:a="http://schemas.openxmlformats.org/drawingml/2006/main">
            <a:off x="10258425" y="971550"/>
            <a:ext cx="1524000" cy="455295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E6E2D8"/>
            </a:solidFill>
            <a:prstDash val="solid"/>
          </a:ln>
        </p:spPr>
      </p:sp>
      <p:sp>
        <p:nvSpPr>
          <p:cNvPr id="70" name="model-title">
            <a:extLst xmlns:a="http://schemas.openxmlformats.org/drawingml/2006/main">
              <a:ext uri="{FF2B5EF4-FFF2-40B4-BE49-F238E27FC236}">
                <a16:creationId xmlns:a16="http://schemas.microsoft.com/office/drawing/2014/main" id="{679649D3-39D1-4C28-9246-926731C0BE69}"/>
              </a:ext>
            </a:extLst>
          </p:cNvPr>
          <p:cNvSpPr>
            <a:spLocks xmlns:a="http://schemas.openxmlformats.org/drawingml/2006/main" noGrp="1"/>
          </p:cNvSpPr>
          <p:nvPr/>
        </p:nvSpPr>
        <p:spPr>
          <a:xfrm xmlns:a="http://schemas.openxmlformats.org/drawingml/2006/main">
            <a:off x="10410825" y="1123950"/>
            <a:ext cx="121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25241F"/>
                </a:solidFill>
                <a:latin typeface="Apple SD Gothic Neo"/>
                <a:ea typeface="Apple SD Gothic Neo"/>
                <a:cs typeface="Apple SD Gothic Neo"/>
              </a:defRPr>
            </a:pPr>
            <a:r>
              <a:rPr sz="1275" b="1">
                <a:solidFill>
                  <a:srgbClr val="25241F"/>
                </a:solidFill>
                <a:latin typeface="Apple SD Gothic Neo"/>
                <a:ea typeface="Apple SD Gothic Neo"/>
                <a:cs typeface="Apple SD Gothic Neo"/>
              </a:rPr>
              <a:t>C  언어 모델</a:t>
            </a:r>
          </a:p>
        </p:txBody>
      </p:sp>
      <p:sp>
        <p:nvSpPr>
          <p:cNvPr id="71" name="model-subtitle">
            <a:extLst xmlns:a="http://schemas.openxmlformats.org/drawingml/2006/main">
              <a:ext uri="{FF2B5EF4-FFF2-40B4-BE49-F238E27FC236}">
                <a16:creationId xmlns:a16="http://schemas.microsoft.com/office/drawing/2014/main" id="{176E46C0-F5AA-4897-ABA9-E6FCDFD62CD0}"/>
              </a:ext>
            </a:extLst>
          </p:cNvPr>
          <p:cNvSpPr>
            <a:spLocks xmlns:a="http://schemas.openxmlformats.org/drawingml/2006/main" noGrp="1"/>
          </p:cNvSpPr>
          <p:nvPr/>
        </p:nvSpPr>
        <p:spPr>
          <a:xfrm xmlns:a="http://schemas.openxmlformats.org/drawingml/2006/main">
            <a:off x="10410825" y="1381125"/>
            <a:ext cx="1219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38" b="0">
                <a:solidFill>
                  <a:srgbClr val="747168"/>
                </a:solidFill>
                <a:latin typeface="Apple SD Gothic Neo"/>
                <a:ea typeface="Apple SD Gothic Neo"/>
                <a:cs typeface="Apple SD Gothic Neo"/>
              </a:defRPr>
            </a:pPr>
            <a:r>
              <a:rPr sz="938" b="0">
                <a:solidFill>
                  <a:srgbClr val="747168"/>
                </a:solidFill>
                <a:latin typeface="Apple SD Gothic Neo"/>
                <a:ea typeface="Apple SD Gothic Neo"/>
                <a:cs typeface="Apple SD Gothic Neo"/>
              </a:rPr>
              <a:t>선택</a:t>
            </a:r>
          </a:p>
        </p:txBody>
      </p:sp>
      <p:sp>
        <p:nvSpPr>
          <p:cNvPr id="72" name="offline-box">
            <a:extLst xmlns:a="http://schemas.openxmlformats.org/drawingml/2006/main">
              <a:ext uri="{FF2B5EF4-FFF2-40B4-BE49-F238E27FC236}">
                <a16:creationId xmlns:a16="http://schemas.microsoft.com/office/drawing/2014/main" id="{C1EE3062-ED1B-4CD0-A792-4C32395C250E}"/>
              </a:ext>
            </a:extLst>
          </p:cNvPr>
          <p:cNvSpPr>
            <a:spLocks xmlns:a="http://schemas.openxmlformats.org/drawingml/2006/main" noGrp="1"/>
          </p:cNvSpPr>
          <p:nvPr/>
        </p:nvSpPr>
        <p:spPr>
          <a:xfrm xmlns:a="http://schemas.openxmlformats.org/drawingml/2006/main">
            <a:off x="10420350" y="1724025"/>
            <a:ext cx="1200150" cy="552450"/>
          </a:xfrm>
          <a:prstGeom xmlns:a="http://schemas.openxmlformats.org/drawingml/2006/main" prst="roundRect">
            <a:avLst>
              <a:gd name="adj" fmla="val 10345"/>
            </a:avLst>
          </a:prstGeom>
          <a:solidFill xmlns:a="http://schemas.openxmlformats.org/drawingml/2006/main">
            <a:srgbClr val="FFF8D8"/>
          </a:solidFill>
          <a:ln xmlns:a="http://schemas.openxmlformats.org/drawingml/2006/main" w="9525">
            <a:solidFill>
              <a:srgbClr val="FFCC00"/>
            </a:solidFill>
            <a:prstDash val="solid"/>
          </a:ln>
        </p:spPr>
      </p:sp>
      <p:sp>
        <p:nvSpPr>
          <p:cNvPr id="73" name="offline-title">
            <a:extLst xmlns:a="http://schemas.openxmlformats.org/drawingml/2006/main">
              <a:ext uri="{FF2B5EF4-FFF2-40B4-BE49-F238E27FC236}">
                <a16:creationId xmlns:a16="http://schemas.microsoft.com/office/drawing/2014/main" id="{74B64905-D0A2-4522-9157-D339BFF4295F}"/>
              </a:ext>
            </a:extLst>
          </p:cNvPr>
          <p:cNvSpPr>
            <a:spLocks xmlns:a="http://schemas.openxmlformats.org/drawingml/2006/main" noGrp="1"/>
          </p:cNvSpPr>
          <p:nvPr/>
        </p:nvSpPr>
        <p:spPr>
          <a:xfrm xmlns:a="http://schemas.openxmlformats.org/drawingml/2006/main">
            <a:off x="10515600" y="1790700"/>
            <a:ext cx="10096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25241F"/>
                </a:solidFill>
                <a:latin typeface="Apple SD Gothic Neo"/>
                <a:ea typeface="Apple SD Gothic Neo"/>
                <a:cs typeface="Apple SD Gothic Neo"/>
              </a:defRPr>
            </a:pPr>
            <a:r>
              <a:rPr sz="1125" b="1">
                <a:solidFill>
                  <a:srgbClr val="25241F"/>
                </a:solidFill>
                <a:latin typeface="Apple SD Gothic Neo"/>
                <a:ea typeface="Apple SD Gothic Neo"/>
                <a:cs typeface="Apple SD Gothic Neo"/>
              </a:rPr>
              <a:t>offline</a:t>
            </a:r>
          </a:p>
        </p:txBody>
      </p:sp>
      <p:sp>
        <p:nvSpPr>
          <p:cNvPr id="74" name="offline-subtitle">
            <a:extLst xmlns:a="http://schemas.openxmlformats.org/drawingml/2006/main">
              <a:ext uri="{FF2B5EF4-FFF2-40B4-BE49-F238E27FC236}">
                <a16:creationId xmlns:a16="http://schemas.microsoft.com/office/drawing/2014/main" id="{76D8F1E7-49B8-46FF-B036-699B8EA5278E}"/>
              </a:ext>
            </a:extLst>
          </p:cNvPr>
          <p:cNvSpPr>
            <a:spLocks xmlns:a="http://schemas.openxmlformats.org/drawingml/2006/main" noGrp="1"/>
          </p:cNvSpPr>
          <p:nvPr/>
        </p:nvSpPr>
        <p:spPr>
          <a:xfrm xmlns:a="http://schemas.openxmlformats.org/drawingml/2006/main">
            <a:off x="10515600" y="1990725"/>
            <a:ext cx="1009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a:solidFill>
                  <a:srgbClr val="747168"/>
                </a:solidFill>
                <a:latin typeface="Apple SD Gothic Neo"/>
                <a:ea typeface="Apple SD Gothic Neo"/>
                <a:cs typeface="Apple SD Gothic Neo"/>
              </a:defRPr>
            </a:pPr>
            <a:r>
              <a:rPr sz="900" b="0">
                <a:solidFill>
                  <a:srgbClr val="747168"/>
                </a:solidFill>
                <a:latin typeface="Apple SD Gothic Neo"/>
                <a:ea typeface="Apple SD Gothic Neo"/>
                <a:cs typeface="Apple SD Gothic Neo"/>
              </a:rPr>
              <a:t>외부 호출 0</a:t>
            </a:r>
          </a:p>
        </p:txBody>
      </p:sp>
      <p:sp>
        <p:nvSpPr>
          <p:cNvPr id="75" name="default-badge">
            <a:extLst xmlns:a="http://schemas.openxmlformats.org/drawingml/2006/main">
              <a:ext uri="{FF2B5EF4-FFF2-40B4-BE49-F238E27FC236}">
                <a16:creationId xmlns:a16="http://schemas.microsoft.com/office/drawing/2014/main" id="{49757A74-BA7F-4C1E-8F30-D5058F27F807}"/>
              </a:ext>
            </a:extLst>
          </p:cNvPr>
          <p:cNvSpPr>
            <a:spLocks xmlns:a="http://schemas.openxmlformats.org/drawingml/2006/main" noGrp="1"/>
          </p:cNvSpPr>
          <p:nvPr/>
        </p:nvSpPr>
        <p:spPr>
          <a:xfrm xmlns:a="http://schemas.openxmlformats.org/drawingml/2006/main">
            <a:off x="10887075" y="1609725"/>
            <a:ext cx="619125" cy="209550"/>
          </a:xfrm>
          <a:prstGeom xmlns:a="http://schemas.openxmlformats.org/drawingml/2006/main" prst="roundRect">
            <a:avLst>
              <a:gd name="adj" fmla="val 36364"/>
            </a:avLst>
          </a:prstGeom>
          <a:solidFill xmlns:a="http://schemas.openxmlformats.org/drawingml/2006/main">
            <a:srgbClr val="FFCC00"/>
          </a:solidFill>
          <a:ln xmlns:a="http://schemas.openxmlformats.org/drawingml/2006/main" w="9525">
            <a:solidFill>
              <a:srgbClr val="FFCC00"/>
            </a:solidFill>
            <a:prstDash val="solid"/>
          </a:ln>
        </p:spPr>
      </p:sp>
      <p:sp>
        <p:nvSpPr>
          <p:cNvPr id="76" name="default-badge-text">
            <a:extLst xmlns:a="http://schemas.openxmlformats.org/drawingml/2006/main">
              <a:ext uri="{FF2B5EF4-FFF2-40B4-BE49-F238E27FC236}">
                <a16:creationId xmlns:a16="http://schemas.microsoft.com/office/drawing/2014/main" id="{BE66868B-4AB8-4200-81AA-75E6B9E00303}"/>
              </a:ext>
            </a:extLst>
          </p:cNvPr>
          <p:cNvSpPr>
            <a:spLocks xmlns:a="http://schemas.openxmlformats.org/drawingml/2006/main" noGrp="1"/>
          </p:cNvSpPr>
          <p:nvPr/>
        </p:nvSpPr>
        <p:spPr>
          <a:xfrm xmlns:a="http://schemas.openxmlformats.org/drawingml/2006/main">
            <a:off x="10887075" y="1628775"/>
            <a:ext cx="6191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25241F"/>
                </a:solidFill>
                <a:latin typeface="Apple SD Gothic Neo"/>
                <a:ea typeface="Apple SD Gothic Neo"/>
                <a:cs typeface="Apple SD Gothic Neo"/>
              </a:defRPr>
            </a:pPr>
            <a:r>
              <a:rPr sz="825" b="1">
                <a:solidFill>
                  <a:srgbClr val="25241F"/>
                </a:solidFill>
                <a:latin typeface="Apple SD Gothic Neo"/>
                <a:ea typeface="Apple SD Gothic Neo"/>
                <a:cs typeface="Apple SD Gothic Neo"/>
              </a:rPr>
              <a:t>기본값</a:t>
            </a:r>
          </a:p>
        </p:txBody>
      </p:sp>
      <p:sp>
        <p:nvSpPr>
          <p:cNvPr id="77" name="local-model-box">
            <a:extLst xmlns:a="http://schemas.openxmlformats.org/drawingml/2006/main">
              <a:ext uri="{FF2B5EF4-FFF2-40B4-BE49-F238E27FC236}">
                <a16:creationId xmlns:a16="http://schemas.microsoft.com/office/drawing/2014/main" id="{2812BAD7-4E4A-4117-BA0A-17B2DB6F9250}"/>
              </a:ext>
            </a:extLst>
          </p:cNvPr>
          <p:cNvSpPr>
            <a:spLocks xmlns:a="http://schemas.openxmlformats.org/drawingml/2006/main" noGrp="1"/>
          </p:cNvSpPr>
          <p:nvPr/>
        </p:nvSpPr>
        <p:spPr>
          <a:xfrm xmlns:a="http://schemas.openxmlformats.org/drawingml/2006/main">
            <a:off x="10420350" y="2466975"/>
            <a:ext cx="1200150" cy="5524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E6E2D8"/>
            </a:solidFill>
            <a:prstDash val="solid"/>
          </a:ln>
        </p:spPr>
      </p:sp>
      <p:sp>
        <p:nvSpPr>
          <p:cNvPr id="78" name="local-model-title">
            <a:extLst xmlns:a="http://schemas.openxmlformats.org/drawingml/2006/main">
              <a:ext uri="{FF2B5EF4-FFF2-40B4-BE49-F238E27FC236}">
                <a16:creationId xmlns:a16="http://schemas.microsoft.com/office/drawing/2014/main" id="{4BD5DEA7-0AAF-47F6-9C44-90A09388E4C5}"/>
              </a:ext>
            </a:extLst>
          </p:cNvPr>
          <p:cNvSpPr>
            <a:spLocks xmlns:a="http://schemas.openxmlformats.org/drawingml/2006/main" noGrp="1"/>
          </p:cNvSpPr>
          <p:nvPr/>
        </p:nvSpPr>
        <p:spPr>
          <a:xfrm xmlns:a="http://schemas.openxmlformats.org/drawingml/2006/main">
            <a:off x="10515600" y="2533650"/>
            <a:ext cx="10096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25241F"/>
                </a:solidFill>
                <a:latin typeface="Apple SD Gothic Neo"/>
                <a:ea typeface="Apple SD Gothic Neo"/>
                <a:cs typeface="Apple SD Gothic Neo"/>
              </a:defRPr>
            </a:pPr>
            <a:r>
              <a:rPr sz="1125" b="1">
                <a:solidFill>
                  <a:srgbClr val="25241F"/>
                </a:solidFill>
                <a:latin typeface="Apple SD Gothic Neo"/>
                <a:ea typeface="Apple SD Gothic Neo"/>
                <a:cs typeface="Apple SD Gothic Neo"/>
              </a:rPr>
              <a:t>local</a:t>
            </a:r>
          </a:p>
        </p:txBody>
      </p:sp>
      <p:sp>
        <p:nvSpPr>
          <p:cNvPr id="79" name="local-model-subtitle">
            <a:extLst xmlns:a="http://schemas.openxmlformats.org/drawingml/2006/main">
              <a:ext uri="{FF2B5EF4-FFF2-40B4-BE49-F238E27FC236}">
                <a16:creationId xmlns:a16="http://schemas.microsoft.com/office/drawing/2014/main" id="{96FB248A-8B55-4722-913B-2523B4996C4C}"/>
              </a:ext>
            </a:extLst>
          </p:cNvPr>
          <p:cNvSpPr>
            <a:spLocks xmlns:a="http://schemas.openxmlformats.org/drawingml/2006/main" noGrp="1"/>
          </p:cNvSpPr>
          <p:nvPr/>
        </p:nvSpPr>
        <p:spPr>
          <a:xfrm xmlns:a="http://schemas.openxmlformats.org/drawingml/2006/main">
            <a:off x="10515600" y="2733675"/>
            <a:ext cx="1009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63" b="0">
                <a:solidFill>
                  <a:srgbClr val="747168"/>
                </a:solidFill>
                <a:latin typeface="Apple SD Gothic Neo"/>
                <a:ea typeface="Apple SD Gothic Neo"/>
                <a:cs typeface="Apple SD Gothic Neo"/>
              </a:defRPr>
            </a:pPr>
            <a:r>
              <a:rPr sz="863" b="0">
                <a:solidFill>
                  <a:srgbClr val="747168"/>
                </a:solidFill>
                <a:latin typeface="Apple SD Gothic Neo"/>
                <a:ea typeface="Apple SD Gothic Neo"/>
                <a:cs typeface="Apple SD Gothic Neo"/>
              </a:rPr>
              <a:t>Ollama / llama.cpp</a:t>
            </a:r>
          </a:p>
        </p:txBody>
      </p:sp>
      <p:sp>
        <p:nvSpPr>
          <p:cNvPr id="80" name="claude-box">
            <a:extLst xmlns:a="http://schemas.openxmlformats.org/drawingml/2006/main">
              <a:ext uri="{FF2B5EF4-FFF2-40B4-BE49-F238E27FC236}">
                <a16:creationId xmlns:a16="http://schemas.microsoft.com/office/drawing/2014/main" id="{39690193-EC6A-492D-8F94-ED0E2C959FFD}"/>
              </a:ext>
            </a:extLst>
          </p:cNvPr>
          <p:cNvSpPr>
            <a:spLocks xmlns:a="http://schemas.openxmlformats.org/drawingml/2006/main" noGrp="1"/>
          </p:cNvSpPr>
          <p:nvPr/>
        </p:nvSpPr>
        <p:spPr>
          <a:xfrm xmlns:a="http://schemas.openxmlformats.org/drawingml/2006/main">
            <a:off x="10420350" y="3209925"/>
            <a:ext cx="1200150" cy="5524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E6E2D8"/>
            </a:solidFill>
            <a:prstDash val="solid"/>
          </a:ln>
        </p:spPr>
      </p:sp>
      <p:sp>
        <p:nvSpPr>
          <p:cNvPr id="81" name="claude-title">
            <a:extLst xmlns:a="http://schemas.openxmlformats.org/drawingml/2006/main">
              <a:ext uri="{FF2B5EF4-FFF2-40B4-BE49-F238E27FC236}">
                <a16:creationId xmlns:a16="http://schemas.microsoft.com/office/drawing/2014/main" id="{4A953DF6-4A47-4568-8514-B3FEC551B924}"/>
              </a:ext>
            </a:extLst>
          </p:cNvPr>
          <p:cNvSpPr>
            <a:spLocks xmlns:a="http://schemas.openxmlformats.org/drawingml/2006/main" noGrp="1"/>
          </p:cNvSpPr>
          <p:nvPr/>
        </p:nvSpPr>
        <p:spPr>
          <a:xfrm xmlns:a="http://schemas.openxmlformats.org/drawingml/2006/main">
            <a:off x="10515600" y="3276600"/>
            <a:ext cx="10096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25241F"/>
                </a:solidFill>
                <a:latin typeface="Apple SD Gothic Neo"/>
                <a:ea typeface="Apple SD Gothic Neo"/>
                <a:cs typeface="Apple SD Gothic Neo"/>
              </a:defRPr>
            </a:pPr>
            <a:r>
              <a:rPr sz="1125" b="1">
                <a:solidFill>
                  <a:srgbClr val="25241F"/>
                </a:solidFill>
                <a:latin typeface="Apple SD Gothic Neo"/>
                <a:ea typeface="Apple SD Gothic Neo"/>
                <a:cs typeface="Apple SD Gothic Neo"/>
              </a:rPr>
              <a:t>Claude API</a:t>
            </a:r>
          </a:p>
        </p:txBody>
      </p:sp>
      <p:sp>
        <p:nvSpPr>
          <p:cNvPr id="82" name="claude-subtitle">
            <a:extLst xmlns:a="http://schemas.openxmlformats.org/drawingml/2006/main">
              <a:ext uri="{FF2B5EF4-FFF2-40B4-BE49-F238E27FC236}">
                <a16:creationId xmlns:a16="http://schemas.microsoft.com/office/drawing/2014/main" id="{5F1D3FBD-E1FB-45E1-B530-FB7220F50810}"/>
              </a:ext>
            </a:extLst>
          </p:cNvPr>
          <p:cNvSpPr>
            <a:spLocks xmlns:a="http://schemas.openxmlformats.org/drawingml/2006/main" noGrp="1"/>
          </p:cNvSpPr>
          <p:nvPr/>
        </p:nvSpPr>
        <p:spPr>
          <a:xfrm xmlns:a="http://schemas.openxmlformats.org/drawingml/2006/main">
            <a:off x="10515600" y="3476625"/>
            <a:ext cx="1009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63" b="0">
                <a:solidFill>
                  <a:srgbClr val="747168"/>
                </a:solidFill>
                <a:latin typeface="Apple SD Gothic Neo"/>
                <a:ea typeface="Apple SD Gothic Neo"/>
                <a:cs typeface="Apple SD Gothic Neo"/>
              </a:defRPr>
            </a:pPr>
            <a:r>
              <a:rPr sz="863" b="0">
                <a:solidFill>
                  <a:srgbClr val="747168"/>
                </a:solidFill>
                <a:latin typeface="Apple SD Gothic Neo"/>
                <a:ea typeface="Apple SD Gothic Neo"/>
                <a:cs typeface="Apple SD Gothic Neo"/>
              </a:rPr>
              <a:t>명시적으로 선택</a:t>
            </a:r>
          </a:p>
        </p:txBody>
      </p:sp>
      <p:sp>
        <p:nvSpPr>
          <p:cNvPr id="83" name="openai-box">
            <a:extLst xmlns:a="http://schemas.openxmlformats.org/drawingml/2006/main">
              <a:ext uri="{FF2B5EF4-FFF2-40B4-BE49-F238E27FC236}">
                <a16:creationId xmlns:a16="http://schemas.microsoft.com/office/drawing/2014/main" id="{771BA148-E307-4AD4-A864-320C4894AA6E}"/>
              </a:ext>
            </a:extLst>
          </p:cNvPr>
          <p:cNvSpPr>
            <a:spLocks xmlns:a="http://schemas.openxmlformats.org/drawingml/2006/main" noGrp="1"/>
          </p:cNvSpPr>
          <p:nvPr/>
        </p:nvSpPr>
        <p:spPr>
          <a:xfrm xmlns:a="http://schemas.openxmlformats.org/drawingml/2006/main">
            <a:off x="10420350" y="3952875"/>
            <a:ext cx="1200150" cy="5524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E6E2D8"/>
            </a:solidFill>
            <a:prstDash val="solid"/>
          </a:ln>
        </p:spPr>
      </p:sp>
      <p:sp>
        <p:nvSpPr>
          <p:cNvPr id="84" name="openai-title">
            <a:extLst xmlns:a="http://schemas.openxmlformats.org/drawingml/2006/main">
              <a:ext uri="{FF2B5EF4-FFF2-40B4-BE49-F238E27FC236}">
                <a16:creationId xmlns:a16="http://schemas.microsoft.com/office/drawing/2014/main" id="{33A9FC4F-B3DF-422D-A8BD-38381A5DE3E1}"/>
              </a:ext>
            </a:extLst>
          </p:cNvPr>
          <p:cNvSpPr>
            <a:spLocks xmlns:a="http://schemas.openxmlformats.org/drawingml/2006/main" noGrp="1"/>
          </p:cNvSpPr>
          <p:nvPr/>
        </p:nvSpPr>
        <p:spPr>
          <a:xfrm xmlns:a="http://schemas.openxmlformats.org/drawingml/2006/main">
            <a:off x="10515600" y="4019550"/>
            <a:ext cx="10096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25241F"/>
                </a:solidFill>
                <a:latin typeface="Apple SD Gothic Neo"/>
                <a:ea typeface="Apple SD Gothic Neo"/>
                <a:cs typeface="Apple SD Gothic Neo"/>
              </a:defRPr>
            </a:pPr>
            <a:r>
              <a:rPr sz="1125" b="1">
                <a:solidFill>
                  <a:srgbClr val="25241F"/>
                </a:solidFill>
                <a:latin typeface="Apple SD Gothic Neo"/>
                <a:ea typeface="Apple SD Gothic Neo"/>
                <a:cs typeface="Apple SD Gothic Neo"/>
              </a:rPr>
              <a:t>OpenAI API</a:t>
            </a:r>
          </a:p>
        </p:txBody>
      </p:sp>
      <p:sp>
        <p:nvSpPr>
          <p:cNvPr id="85" name="openai-subtitle">
            <a:extLst xmlns:a="http://schemas.openxmlformats.org/drawingml/2006/main">
              <a:ext uri="{FF2B5EF4-FFF2-40B4-BE49-F238E27FC236}">
                <a16:creationId xmlns:a16="http://schemas.microsoft.com/office/drawing/2014/main" id="{95EE7279-9BED-486A-AAF1-D7FA31BCBB0A}"/>
              </a:ext>
            </a:extLst>
          </p:cNvPr>
          <p:cNvSpPr>
            <a:spLocks xmlns:a="http://schemas.openxmlformats.org/drawingml/2006/main" noGrp="1"/>
          </p:cNvSpPr>
          <p:nvPr/>
        </p:nvSpPr>
        <p:spPr>
          <a:xfrm xmlns:a="http://schemas.openxmlformats.org/drawingml/2006/main">
            <a:off x="10515600" y="4219575"/>
            <a:ext cx="1009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63" b="0">
                <a:solidFill>
                  <a:srgbClr val="747168"/>
                </a:solidFill>
                <a:latin typeface="Apple SD Gothic Neo"/>
                <a:ea typeface="Apple SD Gothic Neo"/>
                <a:cs typeface="Apple SD Gothic Neo"/>
              </a:defRPr>
            </a:pPr>
            <a:r>
              <a:rPr sz="863" b="0">
                <a:solidFill>
                  <a:srgbClr val="747168"/>
                </a:solidFill>
                <a:latin typeface="Apple SD Gothic Neo"/>
                <a:ea typeface="Apple SD Gothic Neo"/>
                <a:cs typeface="Apple SD Gothic Neo"/>
              </a:rPr>
              <a:t>명시적으로 선택</a:t>
            </a:r>
          </a:p>
        </p:txBody>
      </p:sp>
      <p:sp>
        <p:nvSpPr>
          <p:cNvPr id="86" name="model-foot">
            <a:extLst xmlns:a="http://schemas.openxmlformats.org/drawingml/2006/main">
              <a:ext uri="{FF2B5EF4-FFF2-40B4-BE49-F238E27FC236}">
                <a16:creationId xmlns:a16="http://schemas.microsoft.com/office/drawing/2014/main" id="{EE3BE758-F428-4C01-948C-1FE6F8823617}"/>
              </a:ext>
            </a:extLst>
          </p:cNvPr>
          <p:cNvSpPr>
            <a:spLocks xmlns:a="http://schemas.openxmlformats.org/drawingml/2006/main" noGrp="1"/>
          </p:cNvSpPr>
          <p:nvPr/>
        </p:nvSpPr>
        <p:spPr>
          <a:xfrm xmlns:a="http://schemas.openxmlformats.org/drawingml/2006/main">
            <a:off x="10410825" y="495300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38" b="0">
                <a:solidFill>
                  <a:srgbClr val="747168"/>
                </a:solidFill>
                <a:latin typeface="Apple SD Gothic Neo"/>
                <a:ea typeface="Apple SD Gothic Neo"/>
                <a:cs typeface="Apple SD Gothic Neo"/>
              </a:defRPr>
            </a:pPr>
            <a:r>
              <a:rPr sz="938" b="0">
                <a:solidFill>
                  <a:srgbClr val="747168"/>
                </a:solidFill>
                <a:latin typeface="Apple SD Gothic Neo"/>
                <a:ea typeface="Apple SD Gothic Neo"/>
                <a:cs typeface="Apple SD Gothic Neo"/>
              </a:rPr>
              <a:t>특정 클라우드에</a:t>
            </a:r>
          </a:p>
          <a:p xmlns:a="http://schemas.openxmlformats.org/drawingml/2006/main">
            <a:pPr algn="ctr">
              <a:defRPr sz="938" b="0">
                <a:solidFill>
                  <a:srgbClr val="747168"/>
                </a:solidFill>
                <a:latin typeface="Apple SD Gothic Neo"/>
                <a:ea typeface="Apple SD Gothic Neo"/>
                <a:cs typeface="Apple SD Gothic Neo"/>
              </a:defRPr>
            </a:pPr>
            <a:r>
              <a:rPr sz="938" b="0">
                <a:solidFill>
                  <a:srgbClr val="747168"/>
                </a:solidFill>
                <a:latin typeface="Apple SD Gothic Neo"/>
                <a:ea typeface="Apple SD Gothic Neo"/>
                <a:cs typeface="Apple SD Gothic Neo"/>
              </a:rPr>
              <a:t>종속되지 않음</a:t>
            </a:r>
          </a:p>
        </p:txBody>
      </p:sp>
      <p:sp>
        <p:nvSpPr>
          <p:cNvPr id="87" name="transport-label-bg">
            <a:extLst xmlns:a="http://schemas.openxmlformats.org/drawingml/2006/main">
              <a:ext uri="{FF2B5EF4-FFF2-40B4-BE49-F238E27FC236}">
                <a16:creationId xmlns:a16="http://schemas.microsoft.com/office/drawing/2014/main" id="{4557A115-C4CF-48BB-958F-626C0D7B4A45}"/>
              </a:ext>
            </a:extLst>
          </p:cNvPr>
          <p:cNvSpPr>
            <a:spLocks xmlns:a="http://schemas.openxmlformats.org/drawingml/2006/main" noGrp="1"/>
          </p:cNvSpPr>
          <p:nvPr/>
        </p:nvSpPr>
        <p:spPr>
          <a:xfrm xmlns:a="http://schemas.openxmlformats.org/drawingml/2006/main">
            <a:off x="7038975" y="2571750"/>
            <a:ext cx="314325" cy="78105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0">
            <a:solidFill>
              <a:srgbClr val="FFFFFF"/>
            </a:solidFill>
            <a:prstDash val="solid"/>
          </a:ln>
        </p:spPr>
      </p:sp>
      <p:sp>
        <p:nvSpPr>
          <p:cNvPr id="88" name="transport-label">
            <a:extLst xmlns:a="http://schemas.openxmlformats.org/drawingml/2006/main">
              <a:ext uri="{FF2B5EF4-FFF2-40B4-BE49-F238E27FC236}">
                <a16:creationId xmlns:a16="http://schemas.microsoft.com/office/drawing/2014/main" id="{B493F348-8CA3-475D-8AE3-8ED872811A71}"/>
              </a:ext>
            </a:extLst>
          </p:cNvPr>
          <p:cNvSpPr>
            <a:spLocks xmlns:a="http://schemas.openxmlformats.org/drawingml/2006/main" noGrp="1"/>
          </p:cNvSpPr>
          <p:nvPr/>
        </p:nvSpPr>
        <p:spPr>
          <a:xfrm xmlns:a="http://schemas.openxmlformats.org/drawingml/2006/main">
            <a:off x="7048500" y="2609850"/>
            <a:ext cx="2952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638" b="1">
                <a:solidFill>
                  <a:srgbClr val="3F8A55"/>
                </a:solidFill>
                <a:latin typeface="Apple SD Gothic Neo"/>
                <a:ea typeface="Apple SD Gothic Neo"/>
                <a:cs typeface="Apple SD Gothic Neo"/>
              </a:defRPr>
            </a:pPr>
            <a:r>
              <a:rPr sz="638" b="1">
                <a:solidFill>
                  <a:srgbClr val="3F8A55"/>
                </a:solidFill>
                <a:latin typeface="Apple SD Gothic Neo"/>
                <a:ea typeface="Apple SD Gothic Neo"/>
                <a:cs typeface="Apple SD Gothic Neo"/>
              </a:rPr>
              <a:t>HTTPS</a:t>
            </a:r>
          </a:p>
          <a:p xmlns:a="http://schemas.openxmlformats.org/drawingml/2006/main">
            <a:pPr algn="ctr">
              <a:defRPr sz="638" b="1">
                <a:solidFill>
                  <a:srgbClr val="3F8A55"/>
                </a:solidFill>
                <a:latin typeface="Apple SD Gothic Neo"/>
                <a:ea typeface="Apple SD Gothic Neo"/>
                <a:cs typeface="Apple SD Gothic Neo"/>
              </a:defRPr>
            </a:pPr>
            <a:r>
              <a:rPr sz="638" b="1">
                <a:solidFill>
                  <a:srgbClr val="3F8A55"/>
                </a:solidFill>
                <a:latin typeface="Apple SD Gothic Neo"/>
                <a:ea typeface="Apple SD Gothic Neo"/>
                <a:cs typeface="Apple SD Gothic Neo"/>
              </a:rPr>
              <a:t>·</a:t>
            </a:r>
          </a:p>
          <a:p xmlns:a="http://schemas.openxmlformats.org/drawingml/2006/main">
            <a:pPr algn="ctr">
              <a:defRPr sz="638" b="1">
                <a:solidFill>
                  <a:srgbClr val="3F8A55"/>
                </a:solidFill>
                <a:latin typeface="Apple SD Gothic Neo"/>
                <a:ea typeface="Apple SD Gothic Neo"/>
                <a:cs typeface="Apple SD Gothic Neo"/>
              </a:defRPr>
            </a:pPr>
            <a:r>
              <a:rPr sz="638" b="1">
                <a:solidFill>
                  <a:srgbClr val="3F8A55"/>
                </a:solidFill>
                <a:latin typeface="Apple SD Gothic Neo"/>
                <a:ea typeface="Apple SD Gothic Neo"/>
                <a:cs typeface="Apple SD Gothic Neo"/>
              </a:rPr>
              <a:t>X-API-</a:t>
            </a:r>
          </a:p>
          <a:p xmlns:a="http://schemas.openxmlformats.org/drawingml/2006/main">
            <a:pPr algn="ctr">
              <a:defRPr sz="638" b="1">
                <a:solidFill>
                  <a:srgbClr val="3F8A55"/>
                </a:solidFill>
                <a:latin typeface="Apple SD Gothic Neo"/>
                <a:ea typeface="Apple SD Gothic Neo"/>
                <a:cs typeface="Apple SD Gothic Neo"/>
              </a:defRPr>
            </a:pPr>
            <a:r>
              <a:rPr sz="638" b="1">
                <a:solidFill>
                  <a:srgbClr val="3F8A55"/>
                </a:solidFill>
                <a:latin typeface="Apple SD Gothic Neo"/>
                <a:ea typeface="Apple SD Gothic Neo"/>
                <a:cs typeface="Apple SD Gothic Neo"/>
              </a:rPr>
              <a:t>Key</a:t>
            </a:r>
          </a:p>
        </p:txBody>
      </p:sp>
      <p:sp>
        <p:nvSpPr>
          <p:cNvPr id="89" name="transport-caption">
            <a:extLst xmlns:a="http://schemas.openxmlformats.org/drawingml/2006/main">
              <a:ext uri="{FF2B5EF4-FFF2-40B4-BE49-F238E27FC236}">
                <a16:creationId xmlns:a16="http://schemas.microsoft.com/office/drawing/2014/main" id="{CAC98CC6-848E-4135-B4E2-8F00ABAA75AE}"/>
              </a:ext>
            </a:extLst>
          </p:cNvPr>
          <p:cNvSpPr>
            <a:spLocks xmlns:a="http://schemas.openxmlformats.org/drawingml/2006/main" noGrp="1"/>
          </p:cNvSpPr>
          <p:nvPr/>
        </p:nvSpPr>
        <p:spPr>
          <a:xfrm xmlns:a="http://schemas.openxmlformats.org/drawingml/2006/main">
            <a:off x="7048500" y="3581400"/>
            <a:ext cx="28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38" b="0">
                <a:solidFill>
                  <a:srgbClr val="747168"/>
                </a:solidFill>
                <a:latin typeface="Apple SD Gothic Neo"/>
                <a:ea typeface="Apple SD Gothic Neo"/>
                <a:cs typeface="Apple SD Gothic Neo"/>
              </a:defRPr>
            </a:pPr>
            <a:r>
              <a:rPr sz="638" b="0">
                <a:solidFill>
                  <a:srgbClr val="747168"/>
                </a:solidFill>
                <a:latin typeface="Apple SD Gothic Neo"/>
                <a:ea typeface="Apple SD Gothic Neo"/>
                <a:cs typeface="Apple SD Gothic Neo"/>
              </a:rPr>
              <a:t>텍스트만</a:t>
            </a:r>
          </a:p>
          <a:p xmlns:a="http://schemas.openxmlformats.org/drawingml/2006/main">
            <a:pPr algn="ctr">
              <a:defRPr sz="638" b="0">
                <a:solidFill>
                  <a:srgbClr val="747168"/>
                </a:solidFill>
                <a:latin typeface="Apple SD Gothic Neo"/>
                <a:ea typeface="Apple SD Gothic Neo"/>
                <a:cs typeface="Apple SD Gothic Neo"/>
              </a:defRPr>
            </a:pPr>
            <a:r>
              <a:rPr sz="638" b="0">
                <a:solidFill>
                  <a:srgbClr val="747168"/>
                </a:solidFill>
                <a:latin typeface="Apple SD Gothic Neo"/>
                <a:ea typeface="Apple SD Gothic Neo"/>
                <a:cs typeface="Apple SD Gothic Neo"/>
              </a:rPr>
              <a:t>전송</a:t>
            </a:r>
          </a:p>
          <a:p xmlns:a="http://schemas.openxmlformats.org/drawingml/2006/main">
            <a:pPr algn="ctr">
              <a:defRPr sz="638" b="0">
                <a:solidFill>
                  <a:srgbClr val="747168"/>
                </a:solidFill>
                <a:latin typeface="Apple SD Gothic Neo"/>
                <a:ea typeface="Apple SD Gothic Neo"/>
                <a:cs typeface="Apple SD Gothic Neo"/>
              </a:defRPr>
            </a:pPr>
            <a:r>
              <a:rPr sz="638" b="0">
                <a:solidFill>
                  <a:srgbClr val="747168"/>
                </a:solidFill>
                <a:latin typeface="Apple SD Gothic Neo"/>
                <a:ea typeface="Apple SD Gothic Neo"/>
                <a:cs typeface="Apple SD Gothic Neo"/>
              </a:rPr>
              <a:t>이미지 원본</a:t>
            </a:r>
          </a:p>
          <a:p xmlns:a="http://schemas.openxmlformats.org/drawingml/2006/main">
            <a:pPr algn="ctr">
              <a:defRPr sz="638" b="0">
                <a:solidFill>
                  <a:srgbClr val="747168"/>
                </a:solidFill>
                <a:latin typeface="Apple SD Gothic Neo"/>
                <a:ea typeface="Apple SD Gothic Neo"/>
                <a:cs typeface="Apple SD Gothic Neo"/>
              </a:defRPr>
            </a:pPr>
            <a:r>
              <a:rPr sz="638" b="0">
                <a:solidFill>
                  <a:srgbClr val="747168"/>
                </a:solidFill>
                <a:latin typeface="Apple SD Gothic Neo"/>
                <a:ea typeface="Apple SD Gothic Neo"/>
                <a:cs typeface="Apple SD Gothic Neo"/>
              </a:rPr>
              <a:t>없음</a:t>
            </a:r>
          </a:p>
        </p:txBody>
      </p:sp>
    </p:spTree>
    <p:extLst>
      <p:ext uri="{BB962C8B-B14F-4D97-AF65-F5344CB8AC3E}">
        <p14:creationId xmlns:p14="http://schemas.microsoft.com/office/powerpoint/2010/main" val="17189437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2026-07-27T14:27:30.9080000Z</dcterms:created>
  <dcterms:modified xsi:type="dcterms:W3CDTF">2026-07-27T14:27:30.9080000Z</dcterms:modified>
</coreProperties>
</file>