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5241F"/>
                </a:solidFill>
                <a:latin typeface="Apple SD Gothic Neo"/>
              </a:rPr>
              <a:t>소비 예측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2514E"/>
                </a:solidFill>
                <a:latin typeface="Apple SD Gothic Neo"/>
              </a:rPr>
              <a:t>규칙 + 과거 평균  →  계층 베이지안 marked renewal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94760"/>
            <a:ext cx="10881360" cy="1905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14종 모델 비교 · AI Hub 카드 승인매출 5,000명 · 온디바이스 실행 제약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기존 구현은 세 문제를 하나로 묶었다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서로 다른 확률 구조 — 하나의 규칙으로는 각각의 오차 특성을 표현할 수 없다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291840"/>
                <a:gridCol w="51206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241F"/>
                          </a:solidFill>
                          <a:latin typeface="Apple SD Gothic Neo"/>
                        </a:rPr>
                        <a:t>대상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5241F"/>
                          </a:solidFill>
                          <a:latin typeface="Apple SD Gothic Neo"/>
                        </a:rPr>
                        <a:t>통계적 성질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5241F"/>
                          </a:solidFill>
                          <a:latin typeface="Apple SD Gothic Neo"/>
                        </a:rPr>
                        <a:t>기존 처리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일정 단건 금액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우편향 연속 확률변수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키워드 규칙 + 개인 이력 산술평균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반복 소비 발생 시점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간헐 시계열 / 갱신 과정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없음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주간 총 지출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위 둘의 복합 합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남은예산 ÷ 남은주수 (배분 산수)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목표 달성 확률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총액 분포의 누적확률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2514E"/>
                          </a:solidFill>
                          <a:latin typeface="Apple SD Gothic Neo"/>
                        </a:rPr>
                        <a:t>정규근사, σ = 100,000 고정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DA100"/>
                </a:solidFill>
                <a:latin typeface="Apple SD Gothic Neo"/>
              </a:rPr>
              <a:t>→ 특히 구간(불확실성)을 정직하게 낼 수 없다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사용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AI Hub 117 금융 합성데이터 — 03.카드 승인매출정보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값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원본 규모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300만 회원 × 6개월 = 1,800만 행 × 430 컬럼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압축 / 해제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4.7GB / 22.3GB   (디스크 여유 13GB → 풀지 않고 스트림)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관측 단위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회원 × 월 집계 — 거래 단위 레코드 없음 (12개 zip 전수 조사)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표본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체계추출 5,000명 (회원번호 600 간격) → 30,000 행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기간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2018-07 ~ 2018-12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타깃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이용금액_신용_B0M + 이용금액_체크_B0M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타깃 분포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0원 26.8% · 중앙값 297,868원 · 우편향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추가 디스크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0바이트 — zip 스트림에서 430컬럼 중 18개만 읽음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Apple SD Gothic Neo"/>
              </a:rPr>
              <a:t>전처리 2건 · 순환불 달(4.0%)을 0원 클리핑 · 전 모델에 앱의 CLAMP_MULTIPLIER=2.5 동일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이 데이터의 결정적 성질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직전 달이 다음 달의 95.8%를 설명한다 — 벤치마크가 모델을 구분하기 어렵다</a:t>
            </a:r>
          </a:p>
        </p:txBody>
      </p:sp>
      <p:pic>
        <p:nvPicPr>
          <p:cNvPr id="4" name="Picture 3" descr="6_auto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4205218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A100"/>
                </a:solidFill>
                <a:latin typeface="Apple SD Gothic Neo"/>
              </a:rPr>
              <a:t>R² = 0.958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9260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pple SD Gothic Neo"/>
              </a:rPr>
              <a:t>건수 자기상관 0.989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pple SD Gothic Neo"/>
              </a:rPr>
              <a:t>개인 간 분산 0.760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pple SD Gothic Neo"/>
              </a:rPr>
              <a:t>개인 내 분산 0.159  (4.8배 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횡단면 WAPE 는 “고소비자를 고소비자로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맞히는 능력”에 지배된다.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그것은 예측이 아니라 수준 기억이다.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→ 변화량 기준 지표를 병기했다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모델 — 금액과 주기를 한 구조로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Marked renewal process · 켤레 사후분포라 온디바이스에서 닫힌 형태로 갱신된다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빈도    N(Δ) ~ Poisson(λΔ),        λ ~ Gamma(a, b)          ← 개인이 학습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금액    log x ~ Normal(μ, σ²),      μ ~ Normal(μ₀, τ²)       ← 개인이 학습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간격    T ~ Weibull(k, η),          η = 1 / (λ·Γ(1+1/k))     ← 규칙성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Apple SD Gothic Neo"/>
              </a:rPr>
              <a:t>η 를 위와 같이 두면 형태 k 를 바꿔도 평균 간격이 1/λ 로 보존된다 — 규칙성과 빈도가 직교한다.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93192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06640"/>
              </a:tblGrid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요구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이 구조가 만족시키는 방식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금액과 주기를 한 모델로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같은 사후분포에서 “언제”와 “얼마”가 함께 나온다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주간 총액이 파생되어야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S(Δ) = Σ xᵢ — 세 번째 모델이 불필요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온디바이스 실행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켤레라서 갱신이 닫힌 형태. 부동소수 덧셈 몇 번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서버 없는 온라인 학습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충분통계량만 저장. 원자료·전송 불필요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콜드스타트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관측 0건이면 사후분포 = 사전분포. 분기 처리 없음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설명 가능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“보통 12일마다, 오늘 14일째” 가 모델 항에서 직접 나온다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사용하면서 모델이 바뀌는 방식 — 닫힌 형태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충분통계량 4개만 폰에 저장한다: n_tx, D, Σlog x, n_amt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발생률       E[λ | D]  =  (a + n_tx) / (b + D)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금액         μ_post  =  ( μ₀/τ² + Σlog x /σ² ) / ( 1/τ² + n_amt/σ² 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불확실성     Var(log x | D)  =  ( 1/τ² + n_amt/σ² )⁻¹   +   σ²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                                모수 불확실성 ↓          개인 내 변동 (남는다)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감쇠         n ← γn + Δn,   D ← γD + ΔD        유효 기억 1/(1−γ) 관측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규칙성       CV(T) = √( Γ(1+2/k) / Γ(1+1/k)² − 1 )   →   k 를 역산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32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Apple SD Gothic Neo"/>
              </a:rPr>
              <a:t>μ_post 는 신용도 가중 w = n/(n+k) 의 정확한 형태다 — 계층 shrinkage 가 별도 장치가 아니라 켤레 사후분포에서 자동으로 나온다.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Apple SD Gothic Neo"/>
              </a:rPr>
              <a:t>불확실성의 두 항 분리가 요점: 관측이 늘면 앞 항만 줄고 뒤 항은 남는다. 구간이 무한히 좁아지지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14종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행마다 답하는 질문이 다르게 배치했다 — 모델 수를 늘린 것이 아니다</a:t>
            </a:r>
          </a:p>
        </p:txBody>
      </p:sp>
      <p:pic>
        <p:nvPicPr>
          <p:cNvPr id="4" name="Picture 3" descr="1_w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838716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9659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DA100"/>
                </a:solidFill>
                <a:latin typeface="Apple SD Gothic Neo"/>
              </a:rPr>
              <a:t>점 예측 개선 5.3%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560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pple SD Gothic Neo"/>
              </a:rPr>
              <a:t>0.1370 → 0.1297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310896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허들 구조는 필요하다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LightGBM 단일 0.1722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→ 현행보다 25.7% 나쁘다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사전학습 모델은 이점 없다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Chronos-2 (120M) 0.1365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→ 계절 naive 0.1327 에 미달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부스팅 구현 차이 무의미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XGBoost 0.1319 vs LGBM 0.1328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수준을 제거하면 모델이 갈리는가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변화량 WAPE — 1.0 이 “직전 달 복사”와 동등. 최고가 2.3% 개선</a:t>
            </a:r>
          </a:p>
        </p:txBody>
      </p:sp>
      <p:pic>
        <p:nvPicPr>
          <p:cNvPr id="4" name="Picture 3" descr="3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83080"/>
            <a:ext cx="829056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D03B3B"/>
                </a:solidFill>
                <a:latin typeface="Apple SD Gothic Neo"/>
              </a:rPr>
              <a:t>이 데이터에서 어떤 모델도 직전 달 복사를 유의하게 이기지 못한다. 점 예측을 성능 주장으로 쓸 수 없다.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실질 성과 — 구간 신뢰도 캘리브레이션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현행 “80% 구간”은 실제로 65.7%만 덮었다. CQR 적용 후 80.1%</a:t>
            </a:r>
          </a:p>
        </p:txBody>
      </p:sp>
      <p:pic>
        <p:nvPicPr>
          <p:cNvPr id="4" name="Picture 3" descr="2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844584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21031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Apple SD Gothic Neo"/>
              </a:rPr>
              <a:t>65.7%  →  80.1%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88036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CQR (Conformalized Quantile Regression)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보정집합의 적합도 점수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E = max(q₀.₁ − y,  y − q₀.₉)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그 분위로 구간을 확장한다.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분포 가정 없이 유한표본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커버리지를 보장한다.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→ 앱이 표시하는 “신뢰도”가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 처음으로 근거를 갖는다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σ 하드코딩 제거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SPEND_SIGMA = 100,000 → 일정·남은일수 기반 계산 (iOS·백엔드 동일 수식)</a:t>
            </a:r>
          </a:p>
        </p:txBody>
      </p:sp>
      <p:pic>
        <p:nvPicPr>
          <p:cNvPr id="4" name="Picture 3" descr="5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798003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20116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Var[S(Δ)] = Σ Aⱼ²(e^s²−1)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        + x̄²( Δe^s² + Δ²CV²λ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301752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둘째 항의 Δ² 이 핵심이다.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발생률 자체가 불확실하면 분산이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기간에 비례가 아니라 제곱으로 커진다.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고정 10만원은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월초에 2.4배 과소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월말에 3.8배 과대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확률 변화 · reduce 88→97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       maintain 81→86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       increase 74→72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온디바이스 모델이 사용 중에 바뀌는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사용자 1명 26주 시뮬레이션 · 4카테고리 · 20주차에 술 모임 중단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6035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371600"/>
                <a:gridCol w="1371600"/>
              </a:tblGrid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설치 직후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26주 후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실제값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카페 예상 금액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8,000원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4,372원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4,500원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카페 추정 주기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4.0일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3.2일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3일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카페 규칙성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1.00 (가정)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0.95 (학습)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1.0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외식 추정 주기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6.0일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7.0일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pple SD Gothic Neo"/>
                        </a:rPr>
                        <a:t>7일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카페 80% 구간 폭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16,776원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4,755원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−72%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주간 총액 σ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65,593원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40,796원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5241F"/>
                          </a:solidFill>
                          <a:latin typeface="Apple SD Gothic Neo"/>
                        </a:rPr>
                        <a:t>−38%</a:t>
                      </a:r>
                    </a:p>
                  </a:txBody>
                  <a:tcPr marL="73152" marR="73152" marT="18288" marB="18288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0916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DA100"/>
                </a:solidFill>
                <a:latin typeface="Apple SD Gothic Neo"/>
              </a:rPr>
              <a:t>점추정이 맞아가는 것보다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EDA100"/>
                </a:solidFill>
                <a:latin typeface="Apple SD Gothic Neo"/>
              </a:rPr>
              <a:t>구간이 좁아지는 폭이 크다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3212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Apple SD Gothic Neo"/>
              </a:rPr>
              <a:t>관측이 늘면 모수 불확실성 항만 줄고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Apple SD Gothic Neo"/>
              </a:rPr>
              <a:t>개인 내 변동 항은 남는다 — 구간은 유한한 하한으로 수렴한다.</a:t>
            </a:r>
          </a:p>
        </p:txBody>
      </p:sp>
      <p:pic>
        <p:nvPicPr>
          <p:cNvPr id="7" name="Picture 6" descr="4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194560"/>
            <a:ext cx="5148072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56235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pple SD Gothic Neo"/>
              </a:rPr>
              <a:t>습관 변화 감지 · 누적만 61주 → 이중 추정기 4주 · 정상 상태 100주 오탐 0회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미검증 항목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Apple SD Gothic Neo"/>
              </a:rPr>
              <a:t>발표 시 반드시 병기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1.  AI Hub 데이터 자체가 합성이다. 실사용자 소비 패턴이 아니다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2.  주간 축 · 일정 단건 금액 · 발생 확률은 실데이터로 검증되지 않았다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      12개 zip 전부 회원×월 집계이며 거래 단위 레코드가 없다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3.  온디바이스 동역학은 시뮬레이션이다. 실사용자 습관 변화로 검증되지 않았다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4.  카테고리별 규칙성 k₀ 의 초기값은 도메인 가정이다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      공개 데이터에 카테고리별 발생 간격이 존재하지 않는다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      측정 가능한 것은 업종 지속률 서열뿐 (납부 83.6% ~ 의료 31.4%)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5.  CVλ = 1.0 은 캘리브레이션되지 않은 가정이다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6.  Chronos-2 수치는 문맥 4개월 조건이며 성능 상한이 아니다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5241F"/>
                </a:solidFill>
                <a:latin typeface="Apple SD Gothic Neo"/>
              </a:rPr>
              <a:t>7.  2018년 하반기 데이터로, 현재 물가 수준과 다르다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5241F"/>
                </a:solidFill>
                <a:latin typeface="Apple SD Gothic Neo"/>
              </a:rPr>
              <a:t>쓸 수 있는 문장 / 쓸 수 없는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A78D6"/>
                </a:solidFill>
                <a:latin typeface="Apple SD Gothic Neo"/>
              </a:rPr>
              <a:t>쓸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구간 신뢰도를 65.7% → 80.1% 로 교정했다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σ 고정값을 상황 반응 계산으로 대체했다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14종 비교로 무거운 모델이 불필요함을 확인했다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습관 변화 감지를 61주 → 4주로 줄였다 (시뮬레이션)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켤레 사후분포로 서버 전송 없이 개인화된다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03B3B"/>
                </a:solidFill>
                <a:latin typeface="Apple SD Gothic Neo"/>
              </a:rPr>
              <a:t>쓸 수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146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예측 정확도를 크게 개선했다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  5.3% 이고, 변화량 기준 2.3% 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실사용자에서 X% 개선했다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  실사용자 홀드아웃이 없다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주간 예상 지출 정확도를 검증했다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  데이터에 주간 축이 없다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· Chronos 수치가 성능 상한이다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241F"/>
                </a:solidFill>
                <a:latin typeface="Apple SD Gothic Neo"/>
              </a:rPr>
              <a:t>    문맥 4개월 조건이다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